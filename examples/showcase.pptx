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5915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435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6340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5860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39994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265939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8763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25193" y="1993900"/>
              <a:ext cx="894651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25193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819845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25193" y="1822450"/>
              <a:ext cx="894651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64230" y="2247900"/>
              <a:ext cx="63904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738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44712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92037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39363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86689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7034015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81340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92866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25193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20393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7251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6771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81984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51504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6717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6237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40969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6182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85702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60914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30434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05647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75167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13267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3399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25193" y="3210560"/>
              <a:ext cx="958555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13267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64230" y="3787140"/>
              <a:ext cx="76684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819845" y="3600450"/>
              <a:ext cx="70294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819845" y="3600450"/>
              <a:ext cx="421764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44277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13267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53399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6011556" y="4940300"/>
              <a:ext cx="1341977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67171" y="4753610"/>
              <a:ext cx="319518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84753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75460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94445" y="368935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807145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52278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41771" y="484251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54471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409696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4160" cy="5651500"/>
            <a:chOff x="3047848" y="1524000"/>
            <a:chExt cx="6504160" cy="56515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0" y="2667000"/>
                  </a:moveTo>
                  <a:lnTo>
                    <a:pt x="13726" y="2396770"/>
                  </a:lnTo>
                  <a:lnTo>
                    <a:pt x="54761" y="2129322"/>
                  </a:lnTo>
                  <a:lnTo>
                    <a:pt x="122684" y="1867408"/>
                  </a:lnTo>
                  <a:lnTo>
                    <a:pt x="216796" y="1613725"/>
                  </a:lnTo>
                  <a:lnTo>
                    <a:pt x="336127" y="1370882"/>
                  </a:lnTo>
                  <a:lnTo>
                    <a:pt x="479450" y="1141381"/>
                  </a:lnTo>
                  <a:lnTo>
                    <a:pt x="645289" y="927582"/>
                  </a:lnTo>
                  <a:lnTo>
                    <a:pt x="831938" y="731687"/>
                  </a:lnTo>
                  <a:lnTo>
                    <a:pt x="1037474" y="555712"/>
                  </a:lnTo>
                  <a:lnTo>
                    <a:pt x="1259783" y="401469"/>
                  </a:lnTo>
                  <a:lnTo>
                    <a:pt x="1496577" y="270544"/>
                  </a:lnTo>
                  <a:lnTo>
                    <a:pt x="1745418" y="164286"/>
                  </a:lnTo>
                  <a:lnTo>
                    <a:pt x="2003744" y="83789"/>
                  </a:lnTo>
                  <a:lnTo>
                    <a:pt x="2282312" y="1168737"/>
                  </a:lnTo>
                  <a:lnTo>
                    <a:pt x="2132482" y="1215426"/>
                  </a:lnTo>
                  <a:lnTo>
                    <a:pt x="1988155" y="1277056"/>
                  </a:lnTo>
                  <a:lnTo>
                    <a:pt x="1850814" y="1352992"/>
                  </a:lnTo>
                  <a:lnTo>
                    <a:pt x="1721875" y="1442453"/>
                  </a:lnTo>
                  <a:lnTo>
                    <a:pt x="1602664" y="1544519"/>
                  </a:lnTo>
                  <a:lnTo>
                    <a:pt x="1494408" y="1658138"/>
                  </a:lnTo>
                  <a:lnTo>
                    <a:pt x="1398221" y="1782141"/>
                  </a:lnTo>
                  <a:lnTo>
                    <a:pt x="1315094" y="1915252"/>
                  </a:lnTo>
                  <a:lnTo>
                    <a:pt x="1245882" y="2056100"/>
                  </a:lnTo>
                  <a:lnTo>
                    <a:pt x="1191297" y="2203237"/>
                  </a:lnTo>
                  <a:lnTo>
                    <a:pt x="1151901" y="2355147"/>
                  </a:lnTo>
                  <a:lnTo>
                    <a:pt x="1128101" y="2510267"/>
                  </a:lnTo>
                  <a:lnTo>
                    <a:pt x="1120140" y="26670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923277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445944" y="2716356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2003744" y="83789"/>
                  </a:moveTo>
                  <a:lnTo>
                    <a:pt x="2258987" y="31395"/>
                  </a:lnTo>
                  <a:lnTo>
                    <a:pt x="2518124" y="4158"/>
                  </a:lnTo>
                  <a:lnTo>
                    <a:pt x="2778682" y="2339"/>
                  </a:lnTo>
                  <a:lnTo>
                    <a:pt x="3038175" y="25955"/>
                  </a:lnTo>
                  <a:lnTo>
                    <a:pt x="3294124" y="74780"/>
                  </a:lnTo>
                  <a:lnTo>
                    <a:pt x="3544087" y="148348"/>
                  </a:lnTo>
                  <a:lnTo>
                    <a:pt x="3785679" y="245957"/>
                  </a:lnTo>
                  <a:lnTo>
                    <a:pt x="4016592" y="366676"/>
                  </a:lnTo>
                  <a:lnTo>
                    <a:pt x="4234623" y="509352"/>
                  </a:lnTo>
                  <a:lnTo>
                    <a:pt x="3576221" y="1415564"/>
                  </a:lnTo>
                  <a:lnTo>
                    <a:pt x="3449763" y="1332812"/>
                  </a:lnTo>
                  <a:lnTo>
                    <a:pt x="3315834" y="1262795"/>
                  </a:lnTo>
                  <a:lnTo>
                    <a:pt x="3175711" y="1206182"/>
                  </a:lnTo>
                  <a:lnTo>
                    <a:pt x="3030732" y="1163512"/>
                  </a:lnTo>
                  <a:lnTo>
                    <a:pt x="2882281" y="1135194"/>
                  </a:lnTo>
                  <a:lnTo>
                    <a:pt x="2731776" y="1121497"/>
                  </a:lnTo>
                  <a:lnTo>
                    <a:pt x="2580652" y="1122552"/>
                  </a:lnTo>
                  <a:lnTo>
                    <a:pt x="2430352" y="1138349"/>
                  </a:lnTo>
                  <a:lnTo>
                    <a:pt x="2282312" y="116873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597973" y="1807652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614632" y="169369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4234623" y="509352"/>
                  </a:moveTo>
                  <a:lnTo>
                    <a:pt x="4430719" y="666454"/>
                  </a:lnTo>
                  <a:lnTo>
                    <a:pt x="4611159" y="841313"/>
                  </a:lnTo>
                  <a:lnTo>
                    <a:pt x="4774343" y="1032377"/>
                  </a:lnTo>
                  <a:lnTo>
                    <a:pt x="4918823" y="1237950"/>
                  </a:lnTo>
                  <a:lnTo>
                    <a:pt x="5043314" y="1456207"/>
                  </a:lnTo>
                  <a:lnTo>
                    <a:pt x="5146714" y="1685212"/>
                  </a:lnTo>
                  <a:lnTo>
                    <a:pt x="4105234" y="2097563"/>
                  </a:lnTo>
                  <a:lnTo>
                    <a:pt x="4045262" y="1964740"/>
                  </a:lnTo>
                  <a:lnTo>
                    <a:pt x="3973057" y="1838151"/>
                  </a:lnTo>
                  <a:lnTo>
                    <a:pt x="3889259" y="1718919"/>
                  </a:lnTo>
                  <a:lnTo>
                    <a:pt x="3794612" y="1608101"/>
                  </a:lnTo>
                  <a:lnTo>
                    <a:pt x="3689957" y="1506683"/>
                  </a:lnTo>
                  <a:lnTo>
                    <a:pt x="3576221" y="141556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8213226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8283471" y="2716356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5146714" y="1685212"/>
                  </a:moveTo>
                  <a:lnTo>
                    <a:pt x="5228103" y="1922931"/>
                  </a:lnTo>
                  <a:lnTo>
                    <a:pt x="5286760" y="2167254"/>
                  </a:lnTo>
                  <a:lnTo>
                    <a:pt x="5322164" y="2416013"/>
                  </a:lnTo>
                  <a:lnTo>
                    <a:pt x="5334000" y="2667000"/>
                  </a:lnTo>
                  <a:lnTo>
                    <a:pt x="4213860" y="2667000"/>
                  </a:lnTo>
                  <a:lnTo>
                    <a:pt x="4206995" y="2521428"/>
                  </a:lnTo>
                  <a:lnTo>
                    <a:pt x="4186461" y="2377147"/>
                  </a:lnTo>
                  <a:lnTo>
                    <a:pt x="4152440" y="2235440"/>
                  </a:lnTo>
                  <a:lnTo>
                    <a:pt x="4105234" y="209756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728083" y="3993286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815408" y="3894466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428848" y="4292600"/>
              <a:ext cx="533400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340600" cy="2971800"/>
            <a:chOff x="2539848" y="1905000"/>
            <a:chExt cx="7340600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0105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600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17887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96740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340600" cy="3479800"/>
            <a:chOff x="2539848" y="1651000"/>
            <a:chExt cx="7340600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2708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2026-08-11T04:24:24Z</dcterms:created>
  <dcterms:modified xsi:type="dcterms:W3CDTF">2026-08-11T04:24:24Z</dcterms:modified>
</cp:coreProperties>
</file>