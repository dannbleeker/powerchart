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Text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47" name="Shape 45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8" name="Text 46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Text 52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6" name="Shape 54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9" name="Shape 57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3" name="Text 61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styling (dashed from 2026)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3644748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4228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3675228" y="326517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48708" y="32346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8188" y="30556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flipV="1">
            <a:off x="4879188" y="302514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52668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02148" y="28155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6083148" y="2705100"/>
            <a:ext cx="1203960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7287108" y="2345055"/>
            <a:ext cx="1203960" cy="360045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460588" y="2314575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10068" y="213550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2026-07-05T11:12:32Z</dcterms:created>
  <dcterms:modified xsi:type="dcterms:W3CDTF">2026-07-05T11:12:32Z</dcterms:modified>
</cp:coreProperties>
</file>