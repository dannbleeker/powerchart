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Text 32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6" name="Text 34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1050887" y="5095"/>
                </a:lnTo>
                <a:lnTo>
                  <a:pt x="1148221" y="20325"/>
                </a:lnTo>
                <a:lnTo>
                  <a:pt x="1243462" y="45528"/>
                </a:lnTo>
                <a:lnTo>
                  <a:pt x="1335590" y="80434"/>
                </a:lnTo>
                <a:lnTo>
                  <a:pt x="1423619" y="124670"/>
                </a:lnTo>
                <a:lnTo>
                  <a:pt x="1506609" y="177762"/>
                </a:lnTo>
                <a:lnTo>
                  <a:pt x="1583670" y="239141"/>
                </a:lnTo>
                <a:lnTo>
                  <a:pt x="1653979" y="308153"/>
                </a:lnTo>
                <a:lnTo>
                  <a:pt x="1716784" y="384058"/>
                </a:lnTo>
                <a:lnTo>
                  <a:pt x="1771412" y="466044"/>
                </a:lnTo>
                <a:lnTo>
                  <a:pt x="1817279" y="553234"/>
                </a:lnTo>
                <a:lnTo>
                  <a:pt x="1853895" y="644696"/>
                </a:lnTo>
                <a:lnTo>
                  <a:pt x="1880868" y="739451"/>
                </a:lnTo>
                <a:lnTo>
                  <a:pt x="1897908" y="836485"/>
                </a:lnTo>
                <a:lnTo>
                  <a:pt x="1904835" y="934760"/>
                </a:lnTo>
                <a:lnTo>
                  <a:pt x="1901573" y="1033225"/>
                </a:lnTo>
                <a:lnTo>
                  <a:pt x="1888158" y="1130826"/>
                </a:lnTo>
                <a:lnTo>
                  <a:pt x="1864733" y="1226519"/>
                </a:lnTo>
                <a:lnTo>
                  <a:pt x="1831549" y="1319281"/>
                </a:lnTo>
                <a:lnTo>
                  <a:pt x="1788961" y="1408119"/>
                </a:lnTo>
                <a:lnTo>
                  <a:pt x="1737424" y="1492083"/>
                </a:lnTo>
                <a:lnTo>
                  <a:pt x="1677490" y="1570274"/>
                </a:lnTo>
                <a:lnTo>
                  <a:pt x="1609800" y="1641857"/>
                </a:lnTo>
                <a:lnTo>
                  <a:pt x="1303060" y="1320157"/>
                </a:lnTo>
                <a:lnTo>
                  <a:pt x="1339162" y="1281980"/>
                </a:lnTo>
                <a:lnTo>
                  <a:pt x="1371126" y="1240278"/>
                </a:lnTo>
                <a:lnTo>
                  <a:pt x="1398613" y="1195497"/>
                </a:lnTo>
                <a:lnTo>
                  <a:pt x="1421326" y="1148117"/>
                </a:lnTo>
                <a:lnTo>
                  <a:pt x="1439024" y="1098644"/>
                </a:lnTo>
                <a:lnTo>
                  <a:pt x="1451518" y="1047607"/>
                </a:lnTo>
                <a:lnTo>
                  <a:pt x="1458672" y="995553"/>
                </a:lnTo>
                <a:lnTo>
                  <a:pt x="1460412" y="943039"/>
                </a:lnTo>
                <a:lnTo>
                  <a:pt x="1456718" y="890625"/>
                </a:lnTo>
                <a:lnTo>
                  <a:pt x="1447629" y="838874"/>
                </a:lnTo>
                <a:lnTo>
                  <a:pt x="1433244" y="788338"/>
                </a:lnTo>
                <a:lnTo>
                  <a:pt x="1413716" y="739558"/>
                </a:lnTo>
                <a:lnTo>
                  <a:pt x="1389253" y="693057"/>
                </a:lnTo>
                <a:lnTo>
                  <a:pt x="1360118" y="649331"/>
                </a:lnTo>
                <a:lnTo>
                  <a:pt x="1326622" y="608848"/>
                </a:lnTo>
                <a:lnTo>
                  <a:pt x="1289124" y="572042"/>
                </a:lnTo>
                <a:lnTo>
                  <a:pt x="1248025" y="539306"/>
                </a:lnTo>
                <a:lnTo>
                  <a:pt x="1203764" y="510991"/>
                </a:lnTo>
                <a:lnTo>
                  <a:pt x="1156815" y="487398"/>
                </a:lnTo>
                <a:lnTo>
                  <a:pt x="1107680" y="468782"/>
                </a:lnTo>
                <a:lnTo>
                  <a:pt x="1056885" y="455340"/>
                </a:lnTo>
                <a:lnTo>
                  <a:pt x="1004973" y="447217"/>
                </a:lnTo>
                <a:lnTo>
                  <a:pt x="952500" y="4445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31802" y="3208393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587500" y="0"/>
                </a:moveTo>
                <a:lnTo>
                  <a:pt x="1752072" y="8553"/>
                </a:lnTo>
                <a:lnTo>
                  <a:pt x="1914872" y="34122"/>
                </a:lnTo>
                <a:lnTo>
                  <a:pt x="2074143" y="76429"/>
                </a:lnTo>
                <a:lnTo>
                  <a:pt x="2228170" y="135020"/>
                </a:lnTo>
                <a:lnTo>
                  <a:pt x="2375293" y="209263"/>
                </a:lnTo>
                <a:lnTo>
                  <a:pt x="2513927" y="298357"/>
                </a:lnTo>
                <a:lnTo>
                  <a:pt x="2642578" y="401344"/>
                </a:lnTo>
                <a:lnTo>
                  <a:pt x="2759860" y="517113"/>
                </a:lnTo>
                <a:lnTo>
                  <a:pt x="2864508" y="644416"/>
                </a:lnTo>
                <a:lnTo>
                  <a:pt x="2955394" y="781882"/>
                </a:lnTo>
                <a:lnTo>
                  <a:pt x="3031541" y="928029"/>
                </a:lnTo>
                <a:lnTo>
                  <a:pt x="2453924" y="1191817"/>
                </a:lnTo>
                <a:lnTo>
                  <a:pt x="2408237" y="1104129"/>
                </a:lnTo>
                <a:lnTo>
                  <a:pt x="2353705" y="1021649"/>
                </a:lnTo>
                <a:lnTo>
                  <a:pt x="2290916" y="945268"/>
                </a:lnTo>
                <a:lnTo>
                  <a:pt x="2220547" y="875806"/>
                </a:lnTo>
                <a:lnTo>
                  <a:pt x="2143356" y="814014"/>
                </a:lnTo>
                <a:lnTo>
                  <a:pt x="2060176" y="760558"/>
                </a:lnTo>
                <a:lnTo>
                  <a:pt x="1971902" y="716012"/>
                </a:lnTo>
                <a:lnTo>
                  <a:pt x="1879486" y="680858"/>
                </a:lnTo>
                <a:lnTo>
                  <a:pt x="1783923" y="655473"/>
                </a:lnTo>
                <a:lnTo>
                  <a:pt x="1686243" y="640132"/>
                </a:lnTo>
                <a:lnTo>
                  <a:pt x="1587500" y="63500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02178" y="2069523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31541" y="928029"/>
                </a:moveTo>
                <a:lnTo>
                  <a:pt x="3087689" y="1068280"/>
                </a:lnTo>
                <a:lnTo>
                  <a:pt x="3130251" y="1213233"/>
                </a:lnTo>
                <a:lnTo>
                  <a:pt x="3158842" y="1361575"/>
                </a:lnTo>
                <a:lnTo>
                  <a:pt x="3173202" y="1511964"/>
                </a:lnTo>
                <a:lnTo>
                  <a:pt x="3173202" y="1663036"/>
                </a:lnTo>
                <a:lnTo>
                  <a:pt x="3158842" y="1813425"/>
                </a:lnTo>
                <a:lnTo>
                  <a:pt x="3130251" y="1961767"/>
                </a:lnTo>
                <a:lnTo>
                  <a:pt x="3087689" y="2106720"/>
                </a:lnTo>
                <a:lnTo>
                  <a:pt x="2487613" y="1899032"/>
                </a:lnTo>
                <a:lnTo>
                  <a:pt x="2513151" y="1812060"/>
                </a:lnTo>
                <a:lnTo>
                  <a:pt x="2530305" y="1723055"/>
                </a:lnTo>
                <a:lnTo>
                  <a:pt x="2538921" y="1632822"/>
                </a:lnTo>
                <a:lnTo>
                  <a:pt x="2538921" y="1542178"/>
                </a:lnTo>
                <a:lnTo>
                  <a:pt x="2530305" y="1451945"/>
                </a:lnTo>
                <a:lnTo>
                  <a:pt x="2513151" y="1362940"/>
                </a:lnTo>
                <a:lnTo>
                  <a:pt x="2487613" y="1275968"/>
                </a:lnTo>
                <a:lnTo>
                  <a:pt x="2453924" y="1191817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0349" y="3400034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87689" y="2106720"/>
                </a:moveTo>
                <a:lnTo>
                  <a:pt x="3031541" y="2246971"/>
                </a:lnTo>
                <a:lnTo>
                  <a:pt x="2962315" y="2381250"/>
                </a:lnTo>
                <a:lnTo>
                  <a:pt x="2880639" y="2508340"/>
                </a:lnTo>
                <a:lnTo>
                  <a:pt x="2787252" y="2627091"/>
                </a:lnTo>
                <a:lnTo>
                  <a:pt x="2683000" y="2736428"/>
                </a:lnTo>
                <a:lnTo>
                  <a:pt x="2244800" y="2276857"/>
                </a:lnTo>
                <a:lnTo>
                  <a:pt x="2307351" y="2211255"/>
                </a:lnTo>
                <a:lnTo>
                  <a:pt x="2363384" y="2140004"/>
                </a:lnTo>
                <a:lnTo>
                  <a:pt x="2412389" y="2063750"/>
                </a:lnTo>
                <a:lnTo>
                  <a:pt x="2453924" y="1983183"/>
                </a:lnTo>
                <a:lnTo>
                  <a:pt x="2487613" y="1899032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06125" y="4386130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1609800" y="1641857"/>
                </a:moveTo>
                <a:lnTo>
                  <a:pt x="1535338" y="1705863"/>
                </a:lnTo>
                <a:lnTo>
                  <a:pt x="1454682" y="1761863"/>
                </a:lnTo>
                <a:lnTo>
                  <a:pt x="1368690" y="1809263"/>
                </a:lnTo>
                <a:lnTo>
                  <a:pt x="1278274" y="1847557"/>
                </a:lnTo>
                <a:lnTo>
                  <a:pt x="1184397" y="1876340"/>
                </a:lnTo>
                <a:lnTo>
                  <a:pt x="1088055" y="1895305"/>
                </a:lnTo>
                <a:lnTo>
                  <a:pt x="990273" y="1904251"/>
                </a:lnTo>
                <a:lnTo>
                  <a:pt x="892089" y="1903082"/>
                </a:lnTo>
                <a:lnTo>
                  <a:pt x="794547" y="1891812"/>
                </a:lnTo>
                <a:lnTo>
                  <a:pt x="698684" y="1870560"/>
                </a:lnTo>
                <a:lnTo>
                  <a:pt x="605518" y="1839551"/>
                </a:lnTo>
                <a:lnTo>
                  <a:pt x="516039" y="1799116"/>
                </a:lnTo>
                <a:lnTo>
                  <a:pt x="431199" y="1749683"/>
                </a:lnTo>
                <a:lnTo>
                  <a:pt x="351899" y="1691780"/>
                </a:lnTo>
                <a:lnTo>
                  <a:pt x="278981" y="1626019"/>
                </a:lnTo>
                <a:lnTo>
                  <a:pt x="213220" y="1553101"/>
                </a:lnTo>
                <a:lnTo>
                  <a:pt x="155317" y="1473801"/>
                </a:lnTo>
                <a:lnTo>
                  <a:pt x="105884" y="1388961"/>
                </a:lnTo>
                <a:lnTo>
                  <a:pt x="65449" y="1299482"/>
                </a:lnTo>
                <a:lnTo>
                  <a:pt x="34440" y="1206316"/>
                </a:lnTo>
                <a:lnTo>
                  <a:pt x="13188" y="1110453"/>
                </a:lnTo>
                <a:lnTo>
                  <a:pt x="1918" y="1012911"/>
                </a:lnTo>
                <a:lnTo>
                  <a:pt x="749" y="914727"/>
                </a:lnTo>
                <a:lnTo>
                  <a:pt x="9695" y="816945"/>
                </a:lnTo>
                <a:lnTo>
                  <a:pt x="449671" y="880204"/>
                </a:lnTo>
                <a:lnTo>
                  <a:pt x="444900" y="932355"/>
                </a:lnTo>
                <a:lnTo>
                  <a:pt x="445523" y="984719"/>
                </a:lnTo>
                <a:lnTo>
                  <a:pt x="451534" y="1036742"/>
                </a:lnTo>
                <a:lnTo>
                  <a:pt x="462868" y="1087869"/>
                </a:lnTo>
                <a:lnTo>
                  <a:pt x="479406" y="1137557"/>
                </a:lnTo>
                <a:lnTo>
                  <a:pt x="500972" y="1185279"/>
                </a:lnTo>
                <a:lnTo>
                  <a:pt x="527335" y="1230527"/>
                </a:lnTo>
                <a:lnTo>
                  <a:pt x="558218" y="1272821"/>
                </a:lnTo>
                <a:lnTo>
                  <a:pt x="593290" y="1311710"/>
                </a:lnTo>
                <a:lnTo>
                  <a:pt x="632179" y="1346782"/>
                </a:lnTo>
                <a:lnTo>
                  <a:pt x="674473" y="1377665"/>
                </a:lnTo>
                <a:lnTo>
                  <a:pt x="719721" y="1404028"/>
                </a:lnTo>
                <a:lnTo>
                  <a:pt x="767443" y="1425594"/>
                </a:lnTo>
                <a:lnTo>
                  <a:pt x="817131" y="1442132"/>
                </a:lnTo>
                <a:lnTo>
                  <a:pt x="868258" y="1453466"/>
                </a:lnTo>
                <a:lnTo>
                  <a:pt x="920281" y="1459477"/>
                </a:lnTo>
                <a:lnTo>
                  <a:pt x="972645" y="1460100"/>
                </a:lnTo>
                <a:lnTo>
                  <a:pt x="1024796" y="1455329"/>
                </a:lnTo>
                <a:lnTo>
                  <a:pt x="1076178" y="1445215"/>
                </a:lnTo>
                <a:lnTo>
                  <a:pt x="1126246" y="1429864"/>
                </a:lnTo>
                <a:lnTo>
                  <a:pt x="1174468" y="1409440"/>
                </a:lnTo>
                <a:lnTo>
                  <a:pt x="1220331" y="1384161"/>
                </a:lnTo>
                <a:lnTo>
                  <a:pt x="1263347" y="1354294"/>
                </a:lnTo>
                <a:lnTo>
                  <a:pt x="1303060" y="132015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02656" y="4128872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2683000" y="2736428"/>
                </a:moveTo>
                <a:lnTo>
                  <a:pt x="2560888" y="2841562"/>
                </a:lnTo>
                <a:lnTo>
                  <a:pt x="2428747" y="2933776"/>
                </a:lnTo>
                <a:lnTo>
                  <a:pt x="2287938" y="3012120"/>
                </a:lnTo>
                <a:lnTo>
                  <a:pt x="2139914" y="3075786"/>
                </a:lnTo>
                <a:lnTo>
                  <a:pt x="1986197" y="3124119"/>
                </a:lnTo>
                <a:lnTo>
                  <a:pt x="1828373" y="3156620"/>
                </a:lnTo>
                <a:lnTo>
                  <a:pt x="1668068" y="3172954"/>
                </a:lnTo>
                <a:lnTo>
                  <a:pt x="1506932" y="3172954"/>
                </a:lnTo>
                <a:lnTo>
                  <a:pt x="1346627" y="3156620"/>
                </a:lnTo>
                <a:lnTo>
                  <a:pt x="1188803" y="3124119"/>
                </a:lnTo>
                <a:lnTo>
                  <a:pt x="1035086" y="3075786"/>
                </a:lnTo>
                <a:lnTo>
                  <a:pt x="887062" y="3012120"/>
                </a:lnTo>
                <a:lnTo>
                  <a:pt x="746253" y="2933776"/>
                </a:lnTo>
                <a:lnTo>
                  <a:pt x="614112" y="2841562"/>
                </a:lnTo>
                <a:lnTo>
                  <a:pt x="492000" y="2736428"/>
                </a:lnTo>
                <a:lnTo>
                  <a:pt x="930200" y="2276857"/>
                </a:lnTo>
                <a:lnTo>
                  <a:pt x="1003467" y="2339937"/>
                </a:lnTo>
                <a:lnTo>
                  <a:pt x="1082752" y="2395266"/>
                </a:lnTo>
                <a:lnTo>
                  <a:pt x="1167237" y="2442272"/>
                </a:lnTo>
                <a:lnTo>
                  <a:pt x="1256052" y="2480472"/>
                </a:lnTo>
                <a:lnTo>
                  <a:pt x="1348282" y="2509471"/>
                </a:lnTo>
                <a:lnTo>
                  <a:pt x="1442976" y="2528972"/>
                </a:lnTo>
                <a:lnTo>
                  <a:pt x="1539159" y="2538773"/>
                </a:lnTo>
                <a:lnTo>
                  <a:pt x="1635841" y="2538773"/>
                </a:lnTo>
                <a:lnTo>
                  <a:pt x="1732024" y="2528972"/>
                </a:lnTo>
                <a:lnTo>
                  <a:pt x="1826718" y="2509471"/>
                </a:lnTo>
                <a:lnTo>
                  <a:pt x="1918948" y="2480472"/>
                </a:lnTo>
                <a:lnTo>
                  <a:pt x="2007763" y="2442272"/>
                </a:lnTo>
                <a:lnTo>
                  <a:pt x="2092248" y="2395266"/>
                </a:lnTo>
                <a:lnTo>
                  <a:pt x="2171533" y="2339937"/>
                </a:lnTo>
                <a:lnTo>
                  <a:pt x="2244800" y="2276857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1562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492000" y="2736428"/>
                </a:moveTo>
                <a:lnTo>
                  <a:pt x="387748" y="2627091"/>
                </a:lnTo>
                <a:lnTo>
                  <a:pt x="294361" y="2508340"/>
                </a:lnTo>
                <a:lnTo>
                  <a:pt x="212685" y="2381250"/>
                </a:lnTo>
                <a:lnTo>
                  <a:pt x="143459" y="2246971"/>
                </a:lnTo>
                <a:lnTo>
                  <a:pt x="87311" y="2106720"/>
                </a:lnTo>
                <a:lnTo>
                  <a:pt x="44749" y="1961767"/>
                </a:lnTo>
                <a:lnTo>
                  <a:pt x="16158" y="1813425"/>
                </a:lnTo>
                <a:lnTo>
                  <a:pt x="1798" y="1663036"/>
                </a:lnTo>
                <a:lnTo>
                  <a:pt x="1798" y="1511964"/>
                </a:lnTo>
                <a:lnTo>
                  <a:pt x="16158" y="1361575"/>
                </a:lnTo>
                <a:lnTo>
                  <a:pt x="644695" y="1451945"/>
                </a:lnTo>
                <a:lnTo>
                  <a:pt x="636079" y="1542178"/>
                </a:lnTo>
                <a:lnTo>
                  <a:pt x="636079" y="1632822"/>
                </a:lnTo>
                <a:lnTo>
                  <a:pt x="644695" y="1723055"/>
                </a:lnTo>
                <a:lnTo>
                  <a:pt x="661849" y="1812060"/>
                </a:lnTo>
                <a:lnTo>
                  <a:pt x="687387" y="1899032"/>
                </a:lnTo>
                <a:lnTo>
                  <a:pt x="721076" y="1983183"/>
                </a:lnTo>
                <a:lnTo>
                  <a:pt x="762611" y="2063750"/>
                </a:lnTo>
                <a:lnTo>
                  <a:pt x="811616" y="2140004"/>
                </a:lnTo>
                <a:lnTo>
                  <a:pt x="867649" y="2211255"/>
                </a:lnTo>
                <a:lnTo>
                  <a:pt x="930200" y="2276857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94504" y="4028097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695" y="816945"/>
                </a:moveTo>
                <a:lnTo>
                  <a:pt x="28398" y="721650"/>
                </a:lnTo>
                <a:lnTo>
                  <a:pt x="56707" y="628755"/>
                </a:lnTo>
                <a:lnTo>
                  <a:pt x="94327" y="539226"/>
                </a:lnTo>
                <a:lnTo>
                  <a:pt x="140868" y="453992"/>
                </a:lnTo>
                <a:lnTo>
                  <a:pt x="195846" y="373940"/>
                </a:lnTo>
                <a:lnTo>
                  <a:pt x="258690" y="299903"/>
                </a:lnTo>
                <a:lnTo>
                  <a:pt x="328745" y="232649"/>
                </a:lnTo>
                <a:lnTo>
                  <a:pt x="405285" y="172877"/>
                </a:lnTo>
                <a:lnTo>
                  <a:pt x="487512" y="121210"/>
                </a:lnTo>
                <a:lnTo>
                  <a:pt x="574573" y="78184"/>
                </a:lnTo>
                <a:lnTo>
                  <a:pt x="665563" y="44247"/>
                </a:lnTo>
                <a:lnTo>
                  <a:pt x="759535" y="19751"/>
                </a:lnTo>
                <a:lnTo>
                  <a:pt x="855514" y="4951"/>
                </a:lnTo>
                <a:lnTo>
                  <a:pt x="952500" y="0"/>
                </a:lnTo>
                <a:lnTo>
                  <a:pt x="952500" y="444500"/>
                </a:lnTo>
                <a:lnTo>
                  <a:pt x="900774" y="447140"/>
                </a:lnTo>
                <a:lnTo>
                  <a:pt x="849586" y="455034"/>
                </a:lnTo>
                <a:lnTo>
                  <a:pt x="799467" y="468098"/>
                </a:lnTo>
                <a:lnTo>
                  <a:pt x="750939" y="486198"/>
                </a:lnTo>
                <a:lnTo>
                  <a:pt x="704506" y="509145"/>
                </a:lnTo>
                <a:lnTo>
                  <a:pt x="660652" y="536701"/>
                </a:lnTo>
                <a:lnTo>
                  <a:pt x="619831" y="568579"/>
                </a:lnTo>
                <a:lnTo>
                  <a:pt x="582468" y="604448"/>
                </a:lnTo>
                <a:lnTo>
                  <a:pt x="548951" y="643935"/>
                </a:lnTo>
                <a:lnTo>
                  <a:pt x="519630" y="686629"/>
                </a:lnTo>
                <a:lnTo>
                  <a:pt x="494808" y="732087"/>
                </a:lnTo>
                <a:lnTo>
                  <a:pt x="474744" y="779836"/>
                </a:lnTo>
                <a:lnTo>
                  <a:pt x="459646" y="829380"/>
                </a:lnTo>
                <a:lnTo>
                  <a:pt x="449671" y="88020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5650" y="2927914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6158" y="1361575"/>
                </a:moveTo>
                <a:lnTo>
                  <a:pt x="44749" y="1213233"/>
                </a:lnTo>
                <a:lnTo>
                  <a:pt x="87311" y="1068280"/>
                </a:lnTo>
                <a:lnTo>
                  <a:pt x="143459" y="928029"/>
                </a:lnTo>
                <a:lnTo>
                  <a:pt x="212685" y="793750"/>
                </a:lnTo>
                <a:lnTo>
                  <a:pt x="294361" y="666660"/>
                </a:lnTo>
                <a:lnTo>
                  <a:pt x="387748" y="547909"/>
                </a:lnTo>
                <a:lnTo>
                  <a:pt x="492000" y="438572"/>
                </a:lnTo>
                <a:lnTo>
                  <a:pt x="606173" y="339641"/>
                </a:lnTo>
                <a:lnTo>
                  <a:pt x="729233" y="252010"/>
                </a:lnTo>
                <a:lnTo>
                  <a:pt x="1072540" y="786206"/>
                </a:lnTo>
                <a:lnTo>
                  <a:pt x="998704" y="838784"/>
                </a:lnTo>
                <a:lnTo>
                  <a:pt x="930200" y="898143"/>
                </a:lnTo>
                <a:lnTo>
                  <a:pt x="867649" y="963745"/>
                </a:lnTo>
                <a:lnTo>
                  <a:pt x="811616" y="1034996"/>
                </a:lnTo>
                <a:lnTo>
                  <a:pt x="762611" y="1111250"/>
                </a:lnTo>
                <a:lnTo>
                  <a:pt x="721076" y="1191817"/>
                </a:lnTo>
                <a:lnTo>
                  <a:pt x="687387" y="1275968"/>
                </a:lnTo>
                <a:lnTo>
                  <a:pt x="661849" y="1362940"/>
                </a:lnTo>
                <a:lnTo>
                  <a:pt x="644695" y="145194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305" y="257347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729233" y="252010"/>
                </a:moveTo>
                <a:lnTo>
                  <a:pt x="860065" y="176474"/>
                </a:lnTo>
                <a:lnTo>
                  <a:pt x="997486" y="113716"/>
                </a:lnTo>
                <a:lnTo>
                  <a:pt x="1140250" y="64305"/>
                </a:lnTo>
                <a:lnTo>
                  <a:pt x="1287064" y="28688"/>
                </a:lnTo>
                <a:lnTo>
                  <a:pt x="1436599" y="7188"/>
                </a:lnTo>
                <a:lnTo>
                  <a:pt x="1587500" y="0"/>
                </a:lnTo>
                <a:lnTo>
                  <a:pt x="1587500" y="635000"/>
                </a:lnTo>
                <a:lnTo>
                  <a:pt x="1496959" y="639313"/>
                </a:lnTo>
                <a:lnTo>
                  <a:pt x="1407238" y="652213"/>
                </a:lnTo>
                <a:lnTo>
                  <a:pt x="1319150" y="673583"/>
                </a:lnTo>
                <a:lnTo>
                  <a:pt x="1233492" y="703230"/>
                </a:lnTo>
                <a:lnTo>
                  <a:pt x="1151039" y="740884"/>
                </a:lnTo>
                <a:lnTo>
                  <a:pt x="1072540" y="786206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6407" y="187130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40386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42519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38252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42519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36118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3825240"/>
            <a:ext cx="30099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3611880"/>
            <a:ext cx="0" cy="64008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382524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361188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31851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31851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3398520"/>
            <a:ext cx="300990" cy="4267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3611880"/>
            <a:ext cx="300990" cy="21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91A3C1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86512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414528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8651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3425190"/>
            <a:ext cx="1029123" cy="72009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9334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78869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7696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3224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6193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47461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32989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86348" y="190500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6348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54795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71786" y="2465070"/>
            <a:ext cx="1029123" cy="104013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71786" y="318516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5000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8829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44357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29885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38712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4240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33066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8594" y="22059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04122" y="18859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1786" y="29946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157481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57481" y="446532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25928" y="47853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42919" y="382524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642919" y="414528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35608" y="47663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21136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429963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1549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01018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09845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5373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75255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42919" y="395478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82524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8120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51054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4198620"/>
            <a:ext cx="1029123" cy="613410"/>
          </a:xfrm>
          <a:custGeom>
            <a:avLst/>
            <a:gdLst/>
            <a:ahLst/>
            <a:cxnLst/>
            <a:rect l="l" t="t" r="r" b="b"/>
            <a:pathLst>
              <a:path w="1029123" h="613410">
                <a:moveTo>
                  <a:pt x="0" y="0"/>
                </a:moveTo>
                <a:lnTo>
                  <a:pt x="1029123" y="0"/>
                </a:lnTo>
                <a:lnTo>
                  <a:pt x="1029123" y="15496"/>
                </a:lnTo>
                <a:lnTo>
                  <a:pt x="771843" y="320040"/>
                </a:lnTo>
                <a:lnTo>
                  <a:pt x="1029123" y="613410"/>
                </a:lnTo>
                <a:lnTo>
                  <a:pt x="1029123" y="613410"/>
                </a:lnTo>
                <a:lnTo>
                  <a:pt x="0" y="613410"/>
                </a:lnTo>
                <a:lnTo>
                  <a:pt x="0" y="613410"/>
                </a:lnTo>
                <a:lnTo>
                  <a:pt x="257281" y="320040"/>
                </a:lnTo>
                <a:lnTo>
                  <a:pt x="0" y="15496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7933" y="451866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43281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291840"/>
            <a:ext cx="0" cy="4800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4491990"/>
            <a:ext cx="0" cy="18669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2918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46786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771900"/>
            <a:ext cx="1029123" cy="720090"/>
          </a:xfrm>
          <a:custGeom>
            <a:avLst/>
            <a:gdLst/>
            <a:ahLst/>
            <a:cxnLst/>
            <a:rect l="l" t="t" r="r" b="b"/>
            <a:pathLst>
              <a:path w="1029123" h="720090">
                <a:moveTo>
                  <a:pt x="0" y="0"/>
                </a:moveTo>
                <a:lnTo>
                  <a:pt x="1029123" y="0"/>
                </a:lnTo>
                <a:lnTo>
                  <a:pt x="1029123" y="69211"/>
                </a:lnTo>
                <a:lnTo>
                  <a:pt x="771843" y="426720"/>
                </a:lnTo>
                <a:lnTo>
                  <a:pt x="1029123" y="720090"/>
                </a:lnTo>
                <a:lnTo>
                  <a:pt x="1029123" y="720090"/>
                </a:lnTo>
                <a:lnTo>
                  <a:pt x="0" y="720090"/>
                </a:lnTo>
                <a:lnTo>
                  <a:pt x="0" y="720090"/>
                </a:lnTo>
                <a:lnTo>
                  <a:pt x="257281" y="426720"/>
                </a:lnTo>
                <a:lnTo>
                  <a:pt x="0" y="69211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29067" y="419862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40081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1905000"/>
            <a:ext cx="0" cy="66675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7452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40386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2571750"/>
            <a:ext cx="1029123" cy="1173480"/>
          </a:xfrm>
          <a:custGeom>
            <a:avLst/>
            <a:gdLst/>
            <a:ahLst/>
            <a:cxnLst/>
            <a:rect l="l" t="t" r="r" b="b"/>
            <a:pathLst>
              <a:path w="1029123" h="1173480">
                <a:moveTo>
                  <a:pt x="0" y="0"/>
                </a:moveTo>
                <a:lnTo>
                  <a:pt x="1029123" y="0"/>
                </a:lnTo>
                <a:lnTo>
                  <a:pt x="1029123" y="137483"/>
                </a:lnTo>
                <a:lnTo>
                  <a:pt x="771842" y="720090"/>
                </a:lnTo>
                <a:lnTo>
                  <a:pt x="1029123" y="1173480"/>
                </a:lnTo>
                <a:lnTo>
                  <a:pt x="1029123" y="1173480"/>
                </a:lnTo>
                <a:lnTo>
                  <a:pt x="0" y="1173480"/>
                </a:lnTo>
                <a:lnTo>
                  <a:pt x="0" y="1173480"/>
                </a:lnTo>
                <a:lnTo>
                  <a:pt x="257281" y="720090"/>
                </a:lnTo>
                <a:lnTo>
                  <a:pt x="0" y="13748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0200" y="329184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013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5" name="Text 33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203200" cy="2032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543148" y="5118100"/>
            <a:ext cx="203200" cy="203200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3759048" y="5118100"/>
            <a:ext cx="203200" cy="203200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3974948" y="5118100"/>
            <a:ext cx="203200" cy="2032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190848" y="5118100"/>
            <a:ext cx="203200" cy="203200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4406748" y="5118100"/>
            <a:ext cx="203200" cy="203200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2648" y="5118100"/>
            <a:ext cx="203200" cy="203200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4838548" y="5118100"/>
            <a:ext cx="203200" cy="203200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5054448" y="5118100"/>
            <a:ext cx="203200" cy="203200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5270348" y="5118100"/>
            <a:ext cx="203200" cy="203200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248" y="5118100"/>
            <a:ext cx="203200" cy="203200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5702148" y="5118100"/>
            <a:ext cx="203200" cy="2032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448" y="5118100"/>
            <a:ext cx="38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DF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D8E0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E5EA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96AE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CFD9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DDE4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CAD5E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E9EEF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EEF1F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E8EDF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1F4F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87A4E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ECF0F9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AEC0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0%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50%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1050887" y="5095"/>
                </a:lnTo>
                <a:lnTo>
                  <a:pt x="1148221" y="20325"/>
                </a:lnTo>
                <a:lnTo>
                  <a:pt x="1243462" y="45528"/>
                </a:lnTo>
                <a:lnTo>
                  <a:pt x="1335590" y="80434"/>
                </a:lnTo>
                <a:lnTo>
                  <a:pt x="1423619" y="124670"/>
                </a:lnTo>
                <a:lnTo>
                  <a:pt x="1506609" y="177762"/>
                </a:lnTo>
                <a:lnTo>
                  <a:pt x="1583670" y="239141"/>
                </a:lnTo>
                <a:lnTo>
                  <a:pt x="1653979" y="308153"/>
                </a:lnTo>
                <a:lnTo>
                  <a:pt x="1716784" y="384058"/>
                </a:lnTo>
                <a:lnTo>
                  <a:pt x="1771412" y="466044"/>
                </a:lnTo>
                <a:lnTo>
                  <a:pt x="1817279" y="553234"/>
                </a:lnTo>
                <a:lnTo>
                  <a:pt x="1853895" y="644696"/>
                </a:lnTo>
                <a:lnTo>
                  <a:pt x="1880868" y="739451"/>
                </a:lnTo>
                <a:lnTo>
                  <a:pt x="1897908" y="836485"/>
                </a:lnTo>
                <a:lnTo>
                  <a:pt x="1904835" y="934760"/>
                </a:lnTo>
                <a:lnTo>
                  <a:pt x="1901573" y="1033225"/>
                </a:lnTo>
                <a:lnTo>
                  <a:pt x="1888158" y="1130826"/>
                </a:lnTo>
                <a:lnTo>
                  <a:pt x="1864733" y="1226519"/>
                </a:lnTo>
                <a:lnTo>
                  <a:pt x="1831549" y="1319281"/>
                </a:lnTo>
                <a:lnTo>
                  <a:pt x="1788961" y="1408119"/>
                </a:lnTo>
                <a:lnTo>
                  <a:pt x="1737424" y="1492083"/>
                </a:lnTo>
                <a:lnTo>
                  <a:pt x="1677490" y="1570274"/>
                </a:lnTo>
                <a:lnTo>
                  <a:pt x="1609800" y="1641857"/>
                </a:lnTo>
                <a:lnTo>
                  <a:pt x="1303060" y="1320157"/>
                </a:lnTo>
                <a:lnTo>
                  <a:pt x="1339162" y="1281980"/>
                </a:lnTo>
                <a:lnTo>
                  <a:pt x="1371126" y="1240278"/>
                </a:lnTo>
                <a:lnTo>
                  <a:pt x="1398613" y="1195497"/>
                </a:lnTo>
                <a:lnTo>
                  <a:pt x="1421326" y="1148117"/>
                </a:lnTo>
                <a:lnTo>
                  <a:pt x="1439024" y="1098644"/>
                </a:lnTo>
                <a:lnTo>
                  <a:pt x="1451518" y="1047607"/>
                </a:lnTo>
                <a:lnTo>
                  <a:pt x="1458672" y="995553"/>
                </a:lnTo>
                <a:lnTo>
                  <a:pt x="1460412" y="943039"/>
                </a:lnTo>
                <a:lnTo>
                  <a:pt x="1456718" y="890625"/>
                </a:lnTo>
                <a:lnTo>
                  <a:pt x="1447629" y="838874"/>
                </a:lnTo>
                <a:lnTo>
                  <a:pt x="1433244" y="788338"/>
                </a:lnTo>
                <a:lnTo>
                  <a:pt x="1413716" y="739558"/>
                </a:lnTo>
                <a:lnTo>
                  <a:pt x="1389253" y="693057"/>
                </a:lnTo>
                <a:lnTo>
                  <a:pt x="1360118" y="649331"/>
                </a:lnTo>
                <a:lnTo>
                  <a:pt x="1326622" y="608848"/>
                </a:lnTo>
                <a:lnTo>
                  <a:pt x="1289124" y="572042"/>
                </a:lnTo>
                <a:lnTo>
                  <a:pt x="1248025" y="539306"/>
                </a:lnTo>
                <a:lnTo>
                  <a:pt x="1203764" y="510991"/>
                </a:lnTo>
                <a:lnTo>
                  <a:pt x="1156815" y="487398"/>
                </a:lnTo>
                <a:lnTo>
                  <a:pt x="1107680" y="468782"/>
                </a:lnTo>
                <a:lnTo>
                  <a:pt x="1056885" y="455340"/>
                </a:lnTo>
                <a:lnTo>
                  <a:pt x="1004973" y="447217"/>
                </a:lnTo>
                <a:lnTo>
                  <a:pt x="952500" y="4445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31802" y="3208393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587500" y="0"/>
                </a:moveTo>
                <a:lnTo>
                  <a:pt x="1752072" y="8553"/>
                </a:lnTo>
                <a:lnTo>
                  <a:pt x="1914872" y="34122"/>
                </a:lnTo>
                <a:lnTo>
                  <a:pt x="2074143" y="76429"/>
                </a:lnTo>
                <a:lnTo>
                  <a:pt x="2228170" y="135020"/>
                </a:lnTo>
                <a:lnTo>
                  <a:pt x="2375293" y="209263"/>
                </a:lnTo>
                <a:lnTo>
                  <a:pt x="2513927" y="298357"/>
                </a:lnTo>
                <a:lnTo>
                  <a:pt x="2642578" y="401344"/>
                </a:lnTo>
                <a:lnTo>
                  <a:pt x="2759860" y="517113"/>
                </a:lnTo>
                <a:lnTo>
                  <a:pt x="2864508" y="644416"/>
                </a:lnTo>
                <a:lnTo>
                  <a:pt x="2955394" y="781882"/>
                </a:lnTo>
                <a:lnTo>
                  <a:pt x="3031541" y="928029"/>
                </a:lnTo>
                <a:lnTo>
                  <a:pt x="2453924" y="1191817"/>
                </a:lnTo>
                <a:lnTo>
                  <a:pt x="2408237" y="1104129"/>
                </a:lnTo>
                <a:lnTo>
                  <a:pt x="2353705" y="1021649"/>
                </a:lnTo>
                <a:lnTo>
                  <a:pt x="2290916" y="945268"/>
                </a:lnTo>
                <a:lnTo>
                  <a:pt x="2220547" y="875806"/>
                </a:lnTo>
                <a:lnTo>
                  <a:pt x="2143356" y="814014"/>
                </a:lnTo>
                <a:lnTo>
                  <a:pt x="2060176" y="760558"/>
                </a:lnTo>
                <a:lnTo>
                  <a:pt x="1971902" y="716012"/>
                </a:lnTo>
                <a:lnTo>
                  <a:pt x="1879486" y="680858"/>
                </a:lnTo>
                <a:lnTo>
                  <a:pt x="1783923" y="655473"/>
                </a:lnTo>
                <a:lnTo>
                  <a:pt x="1686243" y="640132"/>
                </a:lnTo>
                <a:lnTo>
                  <a:pt x="1587500" y="63500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02178" y="2069523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31541" y="928029"/>
                </a:moveTo>
                <a:lnTo>
                  <a:pt x="3087689" y="1068280"/>
                </a:lnTo>
                <a:lnTo>
                  <a:pt x="3130251" y="1213233"/>
                </a:lnTo>
                <a:lnTo>
                  <a:pt x="3158842" y="1361575"/>
                </a:lnTo>
                <a:lnTo>
                  <a:pt x="3173202" y="1511964"/>
                </a:lnTo>
                <a:lnTo>
                  <a:pt x="3173202" y="1663036"/>
                </a:lnTo>
                <a:lnTo>
                  <a:pt x="3158842" y="1813425"/>
                </a:lnTo>
                <a:lnTo>
                  <a:pt x="3130251" y="1961767"/>
                </a:lnTo>
                <a:lnTo>
                  <a:pt x="3087689" y="2106720"/>
                </a:lnTo>
                <a:lnTo>
                  <a:pt x="2487613" y="1899032"/>
                </a:lnTo>
                <a:lnTo>
                  <a:pt x="2513151" y="1812060"/>
                </a:lnTo>
                <a:lnTo>
                  <a:pt x="2530305" y="1723055"/>
                </a:lnTo>
                <a:lnTo>
                  <a:pt x="2538921" y="1632822"/>
                </a:lnTo>
                <a:lnTo>
                  <a:pt x="2538921" y="1542178"/>
                </a:lnTo>
                <a:lnTo>
                  <a:pt x="2530305" y="1451945"/>
                </a:lnTo>
                <a:lnTo>
                  <a:pt x="2513151" y="1362940"/>
                </a:lnTo>
                <a:lnTo>
                  <a:pt x="2487613" y="1275968"/>
                </a:lnTo>
                <a:lnTo>
                  <a:pt x="2453924" y="1191817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0349" y="3400034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87689" y="2106720"/>
                </a:moveTo>
                <a:lnTo>
                  <a:pt x="3031541" y="2246971"/>
                </a:lnTo>
                <a:lnTo>
                  <a:pt x="2962315" y="2381250"/>
                </a:lnTo>
                <a:lnTo>
                  <a:pt x="2880639" y="2508340"/>
                </a:lnTo>
                <a:lnTo>
                  <a:pt x="2787252" y="2627091"/>
                </a:lnTo>
                <a:lnTo>
                  <a:pt x="2683000" y="2736428"/>
                </a:lnTo>
                <a:lnTo>
                  <a:pt x="2244800" y="2276857"/>
                </a:lnTo>
                <a:lnTo>
                  <a:pt x="2307351" y="2211255"/>
                </a:lnTo>
                <a:lnTo>
                  <a:pt x="2363384" y="2140004"/>
                </a:lnTo>
                <a:lnTo>
                  <a:pt x="2412389" y="2063750"/>
                </a:lnTo>
                <a:lnTo>
                  <a:pt x="2453924" y="1983183"/>
                </a:lnTo>
                <a:lnTo>
                  <a:pt x="2487613" y="1899032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06125" y="4386130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1609800" y="1641857"/>
                </a:moveTo>
                <a:lnTo>
                  <a:pt x="1535338" y="1705863"/>
                </a:lnTo>
                <a:lnTo>
                  <a:pt x="1454682" y="1761863"/>
                </a:lnTo>
                <a:lnTo>
                  <a:pt x="1368690" y="1809263"/>
                </a:lnTo>
                <a:lnTo>
                  <a:pt x="1278274" y="1847557"/>
                </a:lnTo>
                <a:lnTo>
                  <a:pt x="1184397" y="1876340"/>
                </a:lnTo>
                <a:lnTo>
                  <a:pt x="1088055" y="1895305"/>
                </a:lnTo>
                <a:lnTo>
                  <a:pt x="990273" y="1904251"/>
                </a:lnTo>
                <a:lnTo>
                  <a:pt x="892089" y="1903082"/>
                </a:lnTo>
                <a:lnTo>
                  <a:pt x="794547" y="1891812"/>
                </a:lnTo>
                <a:lnTo>
                  <a:pt x="698684" y="1870560"/>
                </a:lnTo>
                <a:lnTo>
                  <a:pt x="605518" y="1839551"/>
                </a:lnTo>
                <a:lnTo>
                  <a:pt x="516039" y="1799116"/>
                </a:lnTo>
                <a:lnTo>
                  <a:pt x="431199" y="1749683"/>
                </a:lnTo>
                <a:lnTo>
                  <a:pt x="351899" y="1691780"/>
                </a:lnTo>
                <a:lnTo>
                  <a:pt x="278981" y="1626019"/>
                </a:lnTo>
                <a:lnTo>
                  <a:pt x="213220" y="1553101"/>
                </a:lnTo>
                <a:lnTo>
                  <a:pt x="155317" y="1473801"/>
                </a:lnTo>
                <a:lnTo>
                  <a:pt x="105884" y="1388961"/>
                </a:lnTo>
                <a:lnTo>
                  <a:pt x="65449" y="1299482"/>
                </a:lnTo>
                <a:lnTo>
                  <a:pt x="34440" y="1206316"/>
                </a:lnTo>
                <a:lnTo>
                  <a:pt x="13188" y="1110453"/>
                </a:lnTo>
                <a:lnTo>
                  <a:pt x="1918" y="1012911"/>
                </a:lnTo>
                <a:lnTo>
                  <a:pt x="749" y="914727"/>
                </a:lnTo>
                <a:lnTo>
                  <a:pt x="9695" y="816945"/>
                </a:lnTo>
                <a:lnTo>
                  <a:pt x="449671" y="880204"/>
                </a:lnTo>
                <a:lnTo>
                  <a:pt x="444900" y="932355"/>
                </a:lnTo>
                <a:lnTo>
                  <a:pt x="445523" y="984719"/>
                </a:lnTo>
                <a:lnTo>
                  <a:pt x="451534" y="1036742"/>
                </a:lnTo>
                <a:lnTo>
                  <a:pt x="462868" y="1087869"/>
                </a:lnTo>
                <a:lnTo>
                  <a:pt x="479406" y="1137557"/>
                </a:lnTo>
                <a:lnTo>
                  <a:pt x="500972" y="1185279"/>
                </a:lnTo>
                <a:lnTo>
                  <a:pt x="527335" y="1230527"/>
                </a:lnTo>
                <a:lnTo>
                  <a:pt x="558218" y="1272821"/>
                </a:lnTo>
                <a:lnTo>
                  <a:pt x="593290" y="1311710"/>
                </a:lnTo>
                <a:lnTo>
                  <a:pt x="632179" y="1346782"/>
                </a:lnTo>
                <a:lnTo>
                  <a:pt x="674473" y="1377665"/>
                </a:lnTo>
                <a:lnTo>
                  <a:pt x="719721" y="1404028"/>
                </a:lnTo>
                <a:lnTo>
                  <a:pt x="767443" y="1425594"/>
                </a:lnTo>
                <a:lnTo>
                  <a:pt x="817131" y="1442132"/>
                </a:lnTo>
                <a:lnTo>
                  <a:pt x="868258" y="1453466"/>
                </a:lnTo>
                <a:lnTo>
                  <a:pt x="920281" y="1459477"/>
                </a:lnTo>
                <a:lnTo>
                  <a:pt x="972645" y="1460100"/>
                </a:lnTo>
                <a:lnTo>
                  <a:pt x="1024796" y="1455329"/>
                </a:lnTo>
                <a:lnTo>
                  <a:pt x="1076178" y="1445215"/>
                </a:lnTo>
                <a:lnTo>
                  <a:pt x="1126246" y="1429864"/>
                </a:lnTo>
                <a:lnTo>
                  <a:pt x="1174468" y="1409440"/>
                </a:lnTo>
                <a:lnTo>
                  <a:pt x="1220331" y="1384161"/>
                </a:lnTo>
                <a:lnTo>
                  <a:pt x="1263347" y="1354294"/>
                </a:lnTo>
                <a:lnTo>
                  <a:pt x="1303060" y="132015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02656" y="4128872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2683000" y="2736428"/>
                </a:moveTo>
                <a:lnTo>
                  <a:pt x="2560888" y="2841562"/>
                </a:lnTo>
                <a:lnTo>
                  <a:pt x="2428747" y="2933776"/>
                </a:lnTo>
                <a:lnTo>
                  <a:pt x="2287938" y="3012120"/>
                </a:lnTo>
                <a:lnTo>
                  <a:pt x="2139914" y="3075786"/>
                </a:lnTo>
                <a:lnTo>
                  <a:pt x="1986197" y="3124119"/>
                </a:lnTo>
                <a:lnTo>
                  <a:pt x="1828373" y="3156620"/>
                </a:lnTo>
                <a:lnTo>
                  <a:pt x="1668068" y="3172954"/>
                </a:lnTo>
                <a:lnTo>
                  <a:pt x="1506932" y="3172954"/>
                </a:lnTo>
                <a:lnTo>
                  <a:pt x="1346627" y="3156620"/>
                </a:lnTo>
                <a:lnTo>
                  <a:pt x="1188803" y="3124119"/>
                </a:lnTo>
                <a:lnTo>
                  <a:pt x="1035086" y="3075786"/>
                </a:lnTo>
                <a:lnTo>
                  <a:pt x="887062" y="3012120"/>
                </a:lnTo>
                <a:lnTo>
                  <a:pt x="746253" y="2933776"/>
                </a:lnTo>
                <a:lnTo>
                  <a:pt x="614112" y="2841562"/>
                </a:lnTo>
                <a:lnTo>
                  <a:pt x="492000" y="2736428"/>
                </a:lnTo>
                <a:lnTo>
                  <a:pt x="930200" y="2276857"/>
                </a:lnTo>
                <a:lnTo>
                  <a:pt x="1003467" y="2339937"/>
                </a:lnTo>
                <a:lnTo>
                  <a:pt x="1082752" y="2395266"/>
                </a:lnTo>
                <a:lnTo>
                  <a:pt x="1167237" y="2442272"/>
                </a:lnTo>
                <a:lnTo>
                  <a:pt x="1256052" y="2480472"/>
                </a:lnTo>
                <a:lnTo>
                  <a:pt x="1348282" y="2509471"/>
                </a:lnTo>
                <a:lnTo>
                  <a:pt x="1442976" y="2528972"/>
                </a:lnTo>
                <a:lnTo>
                  <a:pt x="1539159" y="2538773"/>
                </a:lnTo>
                <a:lnTo>
                  <a:pt x="1635841" y="2538773"/>
                </a:lnTo>
                <a:lnTo>
                  <a:pt x="1732024" y="2528972"/>
                </a:lnTo>
                <a:lnTo>
                  <a:pt x="1826718" y="2509471"/>
                </a:lnTo>
                <a:lnTo>
                  <a:pt x="1918948" y="2480472"/>
                </a:lnTo>
                <a:lnTo>
                  <a:pt x="2007763" y="2442272"/>
                </a:lnTo>
                <a:lnTo>
                  <a:pt x="2092248" y="2395266"/>
                </a:lnTo>
                <a:lnTo>
                  <a:pt x="2171533" y="2339937"/>
                </a:lnTo>
                <a:lnTo>
                  <a:pt x="2244800" y="2276857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1562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492000" y="2736428"/>
                </a:moveTo>
                <a:lnTo>
                  <a:pt x="387748" y="2627091"/>
                </a:lnTo>
                <a:lnTo>
                  <a:pt x="294361" y="2508340"/>
                </a:lnTo>
                <a:lnTo>
                  <a:pt x="212685" y="2381250"/>
                </a:lnTo>
                <a:lnTo>
                  <a:pt x="143459" y="2246971"/>
                </a:lnTo>
                <a:lnTo>
                  <a:pt x="87311" y="2106720"/>
                </a:lnTo>
                <a:lnTo>
                  <a:pt x="44749" y="1961767"/>
                </a:lnTo>
                <a:lnTo>
                  <a:pt x="16158" y="1813425"/>
                </a:lnTo>
                <a:lnTo>
                  <a:pt x="1798" y="1663036"/>
                </a:lnTo>
                <a:lnTo>
                  <a:pt x="1798" y="1511964"/>
                </a:lnTo>
                <a:lnTo>
                  <a:pt x="16158" y="1361575"/>
                </a:lnTo>
                <a:lnTo>
                  <a:pt x="644695" y="1451945"/>
                </a:lnTo>
                <a:lnTo>
                  <a:pt x="636079" y="1542178"/>
                </a:lnTo>
                <a:lnTo>
                  <a:pt x="636079" y="1632822"/>
                </a:lnTo>
                <a:lnTo>
                  <a:pt x="644695" y="1723055"/>
                </a:lnTo>
                <a:lnTo>
                  <a:pt x="661849" y="1812060"/>
                </a:lnTo>
                <a:lnTo>
                  <a:pt x="687387" y="1899032"/>
                </a:lnTo>
                <a:lnTo>
                  <a:pt x="721076" y="1983183"/>
                </a:lnTo>
                <a:lnTo>
                  <a:pt x="762611" y="2063750"/>
                </a:lnTo>
                <a:lnTo>
                  <a:pt x="811616" y="2140004"/>
                </a:lnTo>
                <a:lnTo>
                  <a:pt x="867649" y="2211255"/>
                </a:lnTo>
                <a:lnTo>
                  <a:pt x="930200" y="2276857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94504" y="4028097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695" y="816945"/>
                </a:moveTo>
                <a:lnTo>
                  <a:pt x="28398" y="721650"/>
                </a:lnTo>
                <a:lnTo>
                  <a:pt x="56707" y="628755"/>
                </a:lnTo>
                <a:lnTo>
                  <a:pt x="94327" y="539226"/>
                </a:lnTo>
                <a:lnTo>
                  <a:pt x="140868" y="453992"/>
                </a:lnTo>
                <a:lnTo>
                  <a:pt x="195846" y="373940"/>
                </a:lnTo>
                <a:lnTo>
                  <a:pt x="258690" y="299903"/>
                </a:lnTo>
                <a:lnTo>
                  <a:pt x="328745" y="232649"/>
                </a:lnTo>
                <a:lnTo>
                  <a:pt x="405285" y="172877"/>
                </a:lnTo>
                <a:lnTo>
                  <a:pt x="487512" y="121210"/>
                </a:lnTo>
                <a:lnTo>
                  <a:pt x="574573" y="78184"/>
                </a:lnTo>
                <a:lnTo>
                  <a:pt x="665563" y="44247"/>
                </a:lnTo>
                <a:lnTo>
                  <a:pt x="759535" y="19751"/>
                </a:lnTo>
                <a:lnTo>
                  <a:pt x="855514" y="4951"/>
                </a:lnTo>
                <a:lnTo>
                  <a:pt x="952500" y="0"/>
                </a:lnTo>
                <a:lnTo>
                  <a:pt x="952500" y="444500"/>
                </a:lnTo>
                <a:lnTo>
                  <a:pt x="900774" y="447140"/>
                </a:lnTo>
                <a:lnTo>
                  <a:pt x="849586" y="455034"/>
                </a:lnTo>
                <a:lnTo>
                  <a:pt x="799467" y="468098"/>
                </a:lnTo>
                <a:lnTo>
                  <a:pt x="750939" y="486198"/>
                </a:lnTo>
                <a:lnTo>
                  <a:pt x="704506" y="509145"/>
                </a:lnTo>
                <a:lnTo>
                  <a:pt x="660652" y="536701"/>
                </a:lnTo>
                <a:lnTo>
                  <a:pt x="619831" y="568579"/>
                </a:lnTo>
                <a:lnTo>
                  <a:pt x="582468" y="604448"/>
                </a:lnTo>
                <a:lnTo>
                  <a:pt x="548951" y="643935"/>
                </a:lnTo>
                <a:lnTo>
                  <a:pt x="519630" y="686629"/>
                </a:lnTo>
                <a:lnTo>
                  <a:pt x="494808" y="732087"/>
                </a:lnTo>
                <a:lnTo>
                  <a:pt x="474744" y="779836"/>
                </a:lnTo>
                <a:lnTo>
                  <a:pt x="459646" y="829380"/>
                </a:lnTo>
                <a:lnTo>
                  <a:pt x="449671" y="88020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5650" y="2927914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6158" y="1361575"/>
                </a:moveTo>
                <a:lnTo>
                  <a:pt x="44749" y="1213233"/>
                </a:lnTo>
                <a:lnTo>
                  <a:pt x="87311" y="1068280"/>
                </a:lnTo>
                <a:lnTo>
                  <a:pt x="143459" y="928029"/>
                </a:lnTo>
                <a:lnTo>
                  <a:pt x="212685" y="793750"/>
                </a:lnTo>
                <a:lnTo>
                  <a:pt x="294361" y="666660"/>
                </a:lnTo>
                <a:lnTo>
                  <a:pt x="387748" y="547909"/>
                </a:lnTo>
                <a:lnTo>
                  <a:pt x="492000" y="438572"/>
                </a:lnTo>
                <a:lnTo>
                  <a:pt x="606173" y="339641"/>
                </a:lnTo>
                <a:lnTo>
                  <a:pt x="729233" y="252010"/>
                </a:lnTo>
                <a:lnTo>
                  <a:pt x="1072540" y="786206"/>
                </a:lnTo>
                <a:lnTo>
                  <a:pt x="998704" y="838784"/>
                </a:lnTo>
                <a:lnTo>
                  <a:pt x="930200" y="898143"/>
                </a:lnTo>
                <a:lnTo>
                  <a:pt x="867649" y="963745"/>
                </a:lnTo>
                <a:lnTo>
                  <a:pt x="811616" y="1034996"/>
                </a:lnTo>
                <a:lnTo>
                  <a:pt x="762611" y="1111250"/>
                </a:lnTo>
                <a:lnTo>
                  <a:pt x="721076" y="1191817"/>
                </a:lnTo>
                <a:lnTo>
                  <a:pt x="687387" y="1275968"/>
                </a:lnTo>
                <a:lnTo>
                  <a:pt x="661849" y="1362940"/>
                </a:lnTo>
                <a:lnTo>
                  <a:pt x="644695" y="145194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305" y="257347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729233" y="252010"/>
                </a:moveTo>
                <a:lnTo>
                  <a:pt x="860065" y="176474"/>
                </a:lnTo>
                <a:lnTo>
                  <a:pt x="997486" y="113716"/>
                </a:lnTo>
                <a:lnTo>
                  <a:pt x="1140250" y="64305"/>
                </a:lnTo>
                <a:lnTo>
                  <a:pt x="1287064" y="28688"/>
                </a:lnTo>
                <a:lnTo>
                  <a:pt x="1436599" y="7188"/>
                </a:lnTo>
                <a:lnTo>
                  <a:pt x="1587500" y="0"/>
                </a:lnTo>
                <a:lnTo>
                  <a:pt x="1587500" y="635000"/>
                </a:lnTo>
                <a:lnTo>
                  <a:pt x="1496959" y="639313"/>
                </a:lnTo>
                <a:lnTo>
                  <a:pt x="1407238" y="652213"/>
                </a:lnTo>
                <a:lnTo>
                  <a:pt x="1319150" y="673583"/>
                </a:lnTo>
                <a:lnTo>
                  <a:pt x="1233492" y="703230"/>
                </a:lnTo>
                <a:lnTo>
                  <a:pt x="1151039" y="740884"/>
                </a:lnTo>
                <a:lnTo>
                  <a:pt x="1072540" y="786206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6407" y="187130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361188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75844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97180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4508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97180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33172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4508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450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758440"/>
            <a:ext cx="280670" cy="6400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97180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11836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33172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19050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33172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407290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2842003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40729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2986908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2552195"/>
            <a:ext cx="1029123" cy="289809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269709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0653" y="250659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696642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177387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69664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33763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856891"/>
            <a:ext cx="1029123" cy="320497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301713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71786" y="282663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157481" y="2596482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7481" y="4007565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25964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447792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42919" y="3066843"/>
            <a:ext cx="1029123" cy="94072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537204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42919" y="3346704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95115" y="478028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33110" y="395732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891753" y="28446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2026-07-30T07:07:22Z</dcterms:created>
  <dcterms:modified xsi:type="dcterms:W3CDTF">2026-07-30T07:07:22Z</dcterms:modified>
</cp:coreProperties>
</file>