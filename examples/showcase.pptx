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notesMasterIdLst>
    <p:notesMasterId r:id="rId5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3424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3346"/>
            <a:ext cx="47858" cy="4320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662678"/>
            <a:ext cx="47858" cy="44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652010"/>
            <a:ext cx="47858" cy="4533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641342"/>
            <a:ext cx="47858" cy="4640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630674"/>
            <a:ext cx="47858" cy="474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620006"/>
            <a:ext cx="47858" cy="4853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609338"/>
            <a:ext cx="47858" cy="496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598670"/>
            <a:ext cx="47858" cy="506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588002"/>
            <a:ext cx="47858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577334"/>
            <a:ext cx="47858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566666"/>
            <a:ext cx="47858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555998"/>
            <a:ext cx="47858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545330"/>
            <a:ext cx="47858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534662"/>
            <a:ext cx="47858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523994"/>
            <a:ext cx="47858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513326"/>
            <a:ext cx="47858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502658"/>
            <a:ext cx="47858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91990"/>
            <a:ext cx="47858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81322"/>
            <a:ext cx="47858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70654"/>
            <a:ext cx="47858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59986"/>
            <a:ext cx="47858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49318"/>
            <a:ext cx="47858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38650"/>
            <a:ext cx="47858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7982"/>
            <a:ext cx="47858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416870"/>
            <a:ext cx="47858" cy="6885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405313"/>
            <a:ext cx="47858" cy="7000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393756"/>
            <a:ext cx="47858" cy="71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382199"/>
            <a:ext cx="47858" cy="7232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370642"/>
            <a:ext cx="47858" cy="734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359085"/>
            <a:ext cx="47858" cy="7463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347528"/>
            <a:ext cx="47858" cy="757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335971"/>
            <a:ext cx="47858" cy="769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324414"/>
            <a:ext cx="47858" cy="7809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312857"/>
            <a:ext cx="47858" cy="792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301300"/>
            <a:ext cx="47858" cy="8041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289743"/>
            <a:ext cx="47858" cy="8156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278186"/>
            <a:ext cx="47858" cy="8272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266629"/>
            <a:ext cx="47858" cy="838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255072"/>
            <a:ext cx="47858" cy="850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243515"/>
            <a:ext cx="47858" cy="86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231958"/>
            <a:ext cx="47858" cy="873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220401"/>
            <a:ext cx="47858" cy="885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208844"/>
            <a:ext cx="47858" cy="8965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97287"/>
            <a:ext cx="47858" cy="908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85730"/>
            <a:ext cx="47858" cy="9196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74173"/>
            <a:ext cx="47858" cy="9312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62616"/>
            <a:ext cx="47858" cy="942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51059"/>
            <a:ext cx="47858" cy="9543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4138613"/>
            <a:ext cx="47858" cy="9667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4125278"/>
            <a:ext cx="47858" cy="9801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4111943"/>
            <a:ext cx="47858" cy="993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4098608"/>
            <a:ext cx="47858" cy="10067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4085273"/>
            <a:ext cx="47858" cy="1020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4071938"/>
            <a:ext cx="47858" cy="1033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4058603"/>
            <a:ext cx="47858" cy="1046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4045268"/>
            <a:ext cx="47858" cy="1060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4031933"/>
            <a:ext cx="47858" cy="1073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4018598"/>
            <a:ext cx="47858" cy="108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4005263"/>
            <a:ext cx="47858" cy="11001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991927"/>
            <a:ext cx="47858" cy="11134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978593"/>
            <a:ext cx="47858" cy="1126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965257"/>
            <a:ext cx="47858" cy="1140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951923"/>
            <a:ext cx="47858" cy="11534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938588"/>
            <a:ext cx="47858" cy="1166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925253"/>
            <a:ext cx="47858" cy="1180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911918"/>
            <a:ext cx="47858" cy="11934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98583"/>
            <a:ext cx="47858" cy="1206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85248"/>
            <a:ext cx="47858" cy="1220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71913"/>
            <a:ext cx="47858" cy="12334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58578"/>
            <a:ext cx="47858" cy="1246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45243"/>
            <a:ext cx="47858" cy="1260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31908"/>
            <a:ext cx="47858" cy="127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819017"/>
            <a:ext cx="47858" cy="12863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806571"/>
            <a:ext cx="47858" cy="12988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794125"/>
            <a:ext cx="47858" cy="1311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781679"/>
            <a:ext cx="47858" cy="13237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769233"/>
            <a:ext cx="47858" cy="13361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756787"/>
            <a:ext cx="47858" cy="13486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744341"/>
            <a:ext cx="47858" cy="1361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731895"/>
            <a:ext cx="47858" cy="13735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719449"/>
            <a:ext cx="47858" cy="13859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707003"/>
            <a:ext cx="47858" cy="13983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694557"/>
            <a:ext cx="47858" cy="14108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682111"/>
            <a:ext cx="47858" cy="14232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669665"/>
            <a:ext cx="47858" cy="1435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657219"/>
            <a:ext cx="47858" cy="14481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644773"/>
            <a:ext cx="47858" cy="14606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632327"/>
            <a:ext cx="47858" cy="1473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619881"/>
            <a:ext cx="47858" cy="14855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607435"/>
            <a:ext cx="47858" cy="14979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94989"/>
            <a:ext cx="47858" cy="15104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82543"/>
            <a:ext cx="47858" cy="15228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70097"/>
            <a:ext cx="47858" cy="15353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57651"/>
            <a:ext cx="47858" cy="15477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45205"/>
            <a:ext cx="47858" cy="15601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32759"/>
            <a:ext cx="47858" cy="15726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925697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913251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900805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888359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875913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863467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8510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838575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826129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813683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801237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788791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776345"/>
            <a:ext cx="47858" cy="768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763899"/>
            <a:ext cx="47858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751453"/>
            <a:ext cx="47858" cy="772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739007"/>
            <a:ext cx="47858" cy="774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726561"/>
            <a:ext cx="47858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714115"/>
            <a:ext cx="47858" cy="777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701669"/>
            <a:ext cx="47858" cy="779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89223"/>
            <a:ext cx="47858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76777"/>
            <a:ext cx="47858" cy="783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64331"/>
            <a:ext cx="47858" cy="784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51885"/>
            <a:ext cx="47858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9439"/>
            <a:ext cx="47858" cy="788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627882"/>
            <a:ext cx="47858" cy="7889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617214"/>
            <a:ext cx="47858" cy="7880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606546"/>
            <a:ext cx="47858" cy="787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595878"/>
            <a:ext cx="47858" cy="7863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585210"/>
            <a:ext cx="47858" cy="785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574542"/>
            <a:ext cx="47858" cy="784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563874"/>
            <a:ext cx="47858" cy="7836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553206"/>
            <a:ext cx="47858" cy="782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542538"/>
            <a:ext cx="47858" cy="781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531870"/>
            <a:ext cx="47858" cy="780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521202"/>
            <a:ext cx="47858" cy="780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510534"/>
            <a:ext cx="47858" cy="779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499866"/>
            <a:ext cx="47858" cy="778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489198"/>
            <a:ext cx="47858" cy="777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478530"/>
            <a:ext cx="47858" cy="7765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467862"/>
            <a:ext cx="47858" cy="775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457194"/>
            <a:ext cx="47858" cy="774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446526"/>
            <a:ext cx="47858" cy="773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435858"/>
            <a:ext cx="47858" cy="7729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425190"/>
            <a:ext cx="47858" cy="772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414522"/>
            <a:ext cx="47858" cy="7712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403854"/>
            <a:ext cx="47858" cy="770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93186"/>
            <a:ext cx="47858" cy="769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82518"/>
            <a:ext cx="47858" cy="768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371405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359849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348292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336735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325178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3136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302064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290507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278950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267392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255836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244279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232722"/>
            <a:ext cx="47858" cy="745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221165"/>
            <a:ext cx="47858" cy="744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209608"/>
            <a:ext cx="47858" cy="742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198051"/>
            <a:ext cx="47858" cy="7405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186493"/>
            <a:ext cx="47858" cy="738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174937"/>
            <a:ext cx="47858" cy="7369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163380"/>
            <a:ext cx="47858" cy="7352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151823"/>
            <a:ext cx="47858" cy="7334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140265"/>
            <a:ext cx="47858" cy="7316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128709"/>
            <a:ext cx="47858" cy="7298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117152"/>
            <a:ext cx="47858" cy="7280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105595"/>
            <a:ext cx="47858" cy="7263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3095371"/>
            <a:ext cx="47858" cy="7236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3086481"/>
            <a:ext cx="47858" cy="7200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3077591"/>
            <a:ext cx="47858" cy="7165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3068701"/>
            <a:ext cx="47858" cy="7129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3059811"/>
            <a:ext cx="47858" cy="7094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3050921"/>
            <a:ext cx="47858" cy="7058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3042031"/>
            <a:ext cx="47858" cy="7023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3033141"/>
            <a:ext cx="47858" cy="6987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3024251"/>
            <a:ext cx="47858" cy="695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3015361"/>
            <a:ext cx="47858" cy="691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3006471"/>
            <a:ext cx="47858" cy="6880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997581"/>
            <a:ext cx="47858" cy="6845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988691"/>
            <a:ext cx="47858" cy="6809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979801"/>
            <a:ext cx="47858" cy="6774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970911"/>
            <a:ext cx="47858" cy="6738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962021"/>
            <a:ext cx="47858" cy="6703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953131"/>
            <a:ext cx="47858" cy="666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944241"/>
            <a:ext cx="47858" cy="663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935351"/>
            <a:ext cx="47858" cy="6596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926461"/>
            <a:ext cx="47858" cy="6560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917571"/>
            <a:ext cx="47858" cy="6525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908681"/>
            <a:ext cx="47858" cy="64897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99791"/>
            <a:ext cx="47858" cy="6454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90901"/>
            <a:ext cx="47858" cy="6418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223360" y="3906647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36604" y="2871407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88914" y="3271901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60561" y="2342650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78004" y="3595754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85141" y="262393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54565" y="4188528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647565" y="3072032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58382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854281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028721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24716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012251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72710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702080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430116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1900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361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8992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29606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76269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1002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4535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7523" y="3263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70510" y="3670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13498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6485" y="2247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86135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29123" y="3219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2110" y="3625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15098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58085" y="2203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styling (dashed from 2026)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3644748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4228" y="32956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3675228" y="326517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48708" y="32346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8188" y="30556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 flipV="1">
            <a:off x="4879188" y="302514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52668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02148" y="28155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6083148" y="2705100"/>
            <a:ext cx="1203960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flipV="1">
            <a:off x="7287108" y="2345055"/>
            <a:ext cx="1203960" cy="360045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8460588" y="2314575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10068" y="213550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781300" cy="12192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260948" y="1879600"/>
            <a:ext cx="2781300" cy="12192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63117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098800"/>
            <a:ext cx="2781300" cy="20320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60948" y="3098800"/>
            <a:ext cx="2781300" cy="20320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63117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60948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0988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873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998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12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6249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431900" y="3954532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64841" y="2430683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342790" y="3308913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0860" y="1790192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981204" y="2668947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87160" y="2000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713674" y="26098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459911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760765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777836" y="4032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54</Slides>
  <Notes>54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2026-07-05T11:27:56Z</dcterms:created>
  <dcterms:modified xsi:type="dcterms:W3CDTF">2026-07-05T11:27:56Z</dcterms:modified>
</cp:coreProperties>
</file>