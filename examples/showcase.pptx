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</p:sldIdLst>
  <p:notesMasterIdLst>
    <p:notesMasterId r:id="rId1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notesMaster" Target="notesMasters/notesMaster1.xml"/><Relationship Id="rId112" Type="http://schemas.openxmlformats.org/officeDocument/2006/relationships/presProps" Target="presProps.xml"/><Relationship Id="rId113" Type="http://schemas.openxmlformats.org/officeDocument/2006/relationships/viewProps" Target="viewProps.xml"/><Relationship Id="rId114" Type="http://schemas.openxmlformats.org/officeDocument/2006/relationships/theme" Target="theme/theme1.xml"/><Relationship Id="rId1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65320"/>
            <a:ext cx="1685544" cy="160020"/>
          </a:xfrm>
          <a:custGeom>
            <a:avLst/>
            <a:gdLst/>
            <a:ahLst/>
            <a:cxnLst/>
            <a:rect l="l" t="t" r="r" b="b"/>
            <a:pathLst>
              <a:path w="1685544" h="160020">
                <a:moveTo>
                  <a:pt x="1416794" y="160020"/>
                </a:moveTo>
                <a:lnTo>
                  <a:pt x="1685544" y="80010"/>
                </a:lnTo>
                <a:lnTo>
                  <a:pt x="1228029" y="0"/>
                </a:lnTo>
                <a:lnTo>
                  <a:pt x="457515" y="0"/>
                </a:lnTo>
                <a:lnTo>
                  <a:pt x="0" y="80010"/>
                </a:lnTo>
                <a:lnTo>
                  <a:pt x="268750" y="16002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65270"/>
            <a:ext cx="1685544" cy="320040"/>
          </a:xfrm>
          <a:custGeom>
            <a:avLst/>
            <a:gdLst/>
            <a:ahLst/>
            <a:cxnLst/>
            <a:rect l="l" t="t" r="r" b="b"/>
            <a:pathLst>
              <a:path w="1685544" h="320040">
                <a:moveTo>
                  <a:pt x="1115793" y="320040"/>
                </a:moveTo>
                <a:lnTo>
                  <a:pt x="1623451" y="240030"/>
                </a:lnTo>
                <a:lnTo>
                  <a:pt x="1685544" y="160020"/>
                </a:lnTo>
                <a:lnTo>
                  <a:pt x="1513716" y="80010"/>
                </a:lnTo>
                <a:lnTo>
                  <a:pt x="1258806" y="0"/>
                </a:lnTo>
                <a:lnTo>
                  <a:pt x="426738" y="0"/>
                </a:lnTo>
                <a:lnTo>
                  <a:pt x="171828" y="80010"/>
                </a:lnTo>
                <a:lnTo>
                  <a:pt x="0" y="160020"/>
                </a:lnTo>
                <a:lnTo>
                  <a:pt x="62093" y="240030"/>
                </a:lnTo>
                <a:lnTo>
                  <a:pt x="569751" y="32004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45030"/>
            <a:ext cx="1685544" cy="720090"/>
          </a:xfrm>
          <a:custGeom>
            <a:avLst/>
            <a:gdLst/>
            <a:ahLst/>
            <a:cxnLst/>
            <a:rect l="l" t="t" r="r" b="b"/>
            <a:pathLst>
              <a:path w="1685544" h="720090">
                <a:moveTo>
                  <a:pt x="1013144" y="720090"/>
                </a:moveTo>
                <a:lnTo>
                  <a:pt x="1145283" y="640080"/>
                </a:lnTo>
                <a:lnTo>
                  <a:pt x="1292493" y="560070"/>
                </a:lnTo>
                <a:lnTo>
                  <a:pt x="1467223" y="480060"/>
                </a:lnTo>
                <a:lnTo>
                  <a:pt x="1624798" y="400050"/>
                </a:lnTo>
                <a:lnTo>
                  <a:pt x="1685544" y="320040"/>
                </a:lnTo>
                <a:lnTo>
                  <a:pt x="1670180" y="240030"/>
                </a:lnTo>
                <a:lnTo>
                  <a:pt x="1598784" y="160020"/>
                </a:lnTo>
                <a:lnTo>
                  <a:pt x="1410389" y="80010"/>
                </a:lnTo>
                <a:lnTo>
                  <a:pt x="1149312" y="0"/>
                </a:lnTo>
                <a:lnTo>
                  <a:pt x="536232" y="0"/>
                </a:lnTo>
                <a:lnTo>
                  <a:pt x="275155" y="80010"/>
                </a:lnTo>
                <a:lnTo>
                  <a:pt x="86760" y="160020"/>
                </a:lnTo>
                <a:lnTo>
                  <a:pt x="15364" y="240030"/>
                </a:lnTo>
                <a:lnTo>
                  <a:pt x="0" y="320040"/>
                </a:lnTo>
                <a:lnTo>
                  <a:pt x="60746" y="400050"/>
                </a:lnTo>
                <a:lnTo>
                  <a:pt x="218321" y="480060"/>
                </a:lnTo>
                <a:lnTo>
                  <a:pt x="393051" y="560070"/>
                </a:lnTo>
                <a:lnTo>
                  <a:pt x="540261" y="640080"/>
                </a:lnTo>
                <a:lnTo>
                  <a:pt x="672400" y="7200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305300"/>
            <a:ext cx="1571752" cy="240030"/>
          </a:xfrm>
          <a:custGeom>
            <a:avLst/>
            <a:gdLst/>
            <a:ahLst/>
            <a:cxnLst/>
            <a:rect l="l" t="t" r="r" b="b"/>
            <a:pathLst>
              <a:path w="1571752" h="240030">
                <a:moveTo>
                  <a:pt x="1172065" y="240030"/>
                </a:moveTo>
                <a:lnTo>
                  <a:pt x="1537964" y="160020"/>
                </a:lnTo>
                <a:lnTo>
                  <a:pt x="1571752" y="80010"/>
                </a:lnTo>
                <a:lnTo>
                  <a:pt x="1306827" y="0"/>
                </a:lnTo>
                <a:lnTo>
                  <a:pt x="264925" y="0"/>
                </a:lnTo>
                <a:lnTo>
                  <a:pt x="0" y="80010"/>
                </a:lnTo>
                <a:lnTo>
                  <a:pt x="33788" y="160020"/>
                </a:lnTo>
                <a:lnTo>
                  <a:pt x="399687" y="24003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5210"/>
            <a:ext cx="1571752" cy="720090"/>
          </a:xfrm>
          <a:custGeom>
            <a:avLst/>
            <a:gdLst/>
            <a:ahLst/>
            <a:cxnLst/>
            <a:rect l="l" t="t" r="r" b="b"/>
            <a:pathLst>
              <a:path w="1571752" h="720090">
                <a:moveTo>
                  <a:pt x="1000238" y="720090"/>
                </a:moveTo>
                <a:lnTo>
                  <a:pt x="1220631" y="640080"/>
                </a:lnTo>
                <a:lnTo>
                  <a:pt x="1423699" y="560070"/>
                </a:lnTo>
                <a:lnTo>
                  <a:pt x="1535784" y="480060"/>
                </a:lnTo>
                <a:lnTo>
                  <a:pt x="1571752" y="400050"/>
                </a:lnTo>
                <a:lnTo>
                  <a:pt x="1569929" y="320040"/>
                </a:lnTo>
                <a:lnTo>
                  <a:pt x="1527245" y="240030"/>
                </a:lnTo>
                <a:lnTo>
                  <a:pt x="1403554" y="160020"/>
                </a:lnTo>
                <a:lnTo>
                  <a:pt x="1192865" y="80010"/>
                </a:lnTo>
                <a:lnTo>
                  <a:pt x="977818" y="0"/>
                </a:lnTo>
                <a:lnTo>
                  <a:pt x="593934" y="0"/>
                </a:lnTo>
                <a:lnTo>
                  <a:pt x="378887" y="80010"/>
                </a:lnTo>
                <a:lnTo>
                  <a:pt x="168198" y="160020"/>
                </a:lnTo>
                <a:lnTo>
                  <a:pt x="44507" y="240030"/>
                </a:lnTo>
                <a:lnTo>
                  <a:pt x="1823" y="320040"/>
                </a:lnTo>
                <a:lnTo>
                  <a:pt x="0" y="400050"/>
                </a:lnTo>
                <a:lnTo>
                  <a:pt x="35968" y="480060"/>
                </a:lnTo>
                <a:lnTo>
                  <a:pt x="148053" y="560070"/>
                </a:lnTo>
                <a:lnTo>
                  <a:pt x="351121" y="640080"/>
                </a:lnTo>
                <a:lnTo>
                  <a:pt x="571514" y="72009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20190"/>
          </a:xfrm>
          <a:custGeom>
            <a:avLst/>
            <a:gdLst/>
            <a:ahLst/>
            <a:cxnLst/>
            <a:rect l="l" t="t" r="r" b="b"/>
            <a:pathLst>
              <a:path w="1571752" h="1520190">
                <a:moveTo>
                  <a:pt x="994292" y="1520190"/>
                </a:moveTo>
                <a:lnTo>
                  <a:pt x="1078173" y="1440180"/>
                </a:lnTo>
                <a:lnTo>
                  <a:pt x="1170831" y="1360170"/>
                </a:lnTo>
                <a:lnTo>
                  <a:pt x="1264483" y="1280160"/>
                </a:lnTo>
                <a:lnTo>
                  <a:pt x="1351089" y="1200150"/>
                </a:lnTo>
                <a:lnTo>
                  <a:pt x="1424369" y="1120140"/>
                </a:lnTo>
                <a:lnTo>
                  <a:pt x="1481093" y="1040130"/>
                </a:lnTo>
                <a:lnTo>
                  <a:pt x="1521245" y="960120"/>
                </a:lnTo>
                <a:lnTo>
                  <a:pt x="1547172" y="880110"/>
                </a:lnTo>
                <a:lnTo>
                  <a:pt x="1562272" y="800100"/>
                </a:lnTo>
                <a:lnTo>
                  <a:pt x="1569747" y="720090"/>
                </a:lnTo>
                <a:lnTo>
                  <a:pt x="1571752" y="640080"/>
                </a:lnTo>
                <a:lnTo>
                  <a:pt x="1568959" y="560070"/>
                </a:lnTo>
                <a:lnTo>
                  <a:pt x="1560443" y="480060"/>
                </a:lnTo>
                <a:lnTo>
                  <a:pt x="1543843" y="400050"/>
                </a:lnTo>
                <a:lnTo>
                  <a:pt x="1515857" y="320040"/>
                </a:lnTo>
                <a:lnTo>
                  <a:pt x="1473165" y="240030"/>
                </a:lnTo>
                <a:lnTo>
                  <a:pt x="1413713" y="160020"/>
                </a:lnTo>
                <a:lnTo>
                  <a:pt x="1337997" y="80010"/>
                </a:lnTo>
                <a:lnTo>
                  <a:pt x="1249775" y="0"/>
                </a:lnTo>
                <a:lnTo>
                  <a:pt x="321977" y="0"/>
                </a:lnTo>
                <a:lnTo>
                  <a:pt x="233755" y="80010"/>
                </a:lnTo>
                <a:lnTo>
                  <a:pt x="158039" y="160020"/>
                </a:lnTo>
                <a:lnTo>
                  <a:pt x="98587" y="240030"/>
                </a:lnTo>
                <a:lnTo>
                  <a:pt x="55895" y="320040"/>
                </a:lnTo>
                <a:lnTo>
                  <a:pt x="27909" y="400050"/>
                </a:lnTo>
                <a:lnTo>
                  <a:pt x="11309" y="480060"/>
                </a:lnTo>
                <a:lnTo>
                  <a:pt x="2793" y="560070"/>
                </a:lnTo>
                <a:lnTo>
                  <a:pt x="0" y="640080"/>
                </a:lnTo>
                <a:lnTo>
                  <a:pt x="2005" y="720090"/>
                </a:lnTo>
                <a:lnTo>
                  <a:pt x="9480" y="800100"/>
                </a:lnTo>
                <a:lnTo>
                  <a:pt x="24580" y="880110"/>
                </a:lnTo>
                <a:lnTo>
                  <a:pt x="50507" y="960120"/>
                </a:lnTo>
                <a:lnTo>
                  <a:pt x="90659" y="1040130"/>
                </a:lnTo>
                <a:lnTo>
                  <a:pt x="147383" y="1120140"/>
                </a:lnTo>
                <a:lnTo>
                  <a:pt x="220663" y="1200150"/>
                </a:lnTo>
                <a:lnTo>
                  <a:pt x="307269" y="1280160"/>
                </a:lnTo>
                <a:lnTo>
                  <a:pt x="400921" y="1360170"/>
                </a:lnTo>
                <a:lnTo>
                  <a:pt x="493579" y="1440180"/>
                </a:lnTo>
                <a:lnTo>
                  <a:pt x="577460" y="15201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2026-07-06T13:55:58Z</dcterms:created>
  <dcterms:modified xsi:type="dcterms:W3CDTF">2026-07-06T13:55:58Z</dcterms:modified>
</cp:coreProperties>
</file>