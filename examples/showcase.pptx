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04266" y="393120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24416" y="377826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6993873" y="34913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890502" y="322726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579232" y="261011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64312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554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402844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9395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1376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24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79908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710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33578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4028440"/>
            <a:ext cx="368300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72110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341376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310642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8902548" y="279908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4" name="Shape 32"/>
          <p:cNvSpPr/>
          <p:nvPr/>
        </p:nvSpPr>
        <p:spPr>
          <a:xfrm>
            <a:off x="8902548" y="249174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56278" y="454355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49673" y="42054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3068" y="386740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36463" y="432841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79188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72583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65978" y="411327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08703" y="377520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02098" y="42362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95493" y="38981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8218" y="43591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31613" y="402107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25008" y="44820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67733" y="414401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61128" y="380593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54523" y="426694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97248" y="39288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90643" y="43898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84038" y="40518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26763" y="45128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20158" y="41747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1355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473923" y="26380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826348" y="35907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64223" y="34985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416648" y="340639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69073" y="331419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1498" y="32219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473923" y="312978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826348" y="303758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064223" y="29453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416648" y="28531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76907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121498" y="26687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473923" y="362153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826348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064223" y="34371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416648" y="334492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69073" y="325272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121498" y="316052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19417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10527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65112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56222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107909" y="2411326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42312" y="326089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87063" y="2053579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13350" y="3452146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7708" y="2922319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41960" y="2624426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31752" y="307766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7201" y="2253356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82789" y="249142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17192" y="33401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758030" y="2756004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19825" y="3378676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±6.0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25132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16242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536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448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82257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73367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16020" y="38560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80256" y="3463131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23080" y="4034631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98138" y="36417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48960" y="2953417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3902" y="3203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31078" y="2703386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16726" y="3096292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70140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95082" y="2560511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37906" y="2274761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17620" y="3811588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381856" y="3418681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624680" y="3990181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199738" y="3597275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960212" y="2918619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52694" y="3168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142330" y="2668588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627978" y="3061494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81392" y="2311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206334" y="25257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449158" y="2239963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2026-07-17T05:49:45Z</dcterms:created>
  <dcterms:modified xsi:type="dcterms:W3CDTF">2026-07-17T05:49:45Z</dcterms:modified>
</cp:coreProperties>
</file>