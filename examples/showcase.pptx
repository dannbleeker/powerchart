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9265" y="1803400"/>
            <a:ext cx="2750566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209265" y="1803400"/>
            <a:ext cx="275056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231865" y="1803400"/>
            <a:ext cx="2750566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231865" y="1803400"/>
            <a:ext cx="275056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9265" y="2070100"/>
            <a:ext cx="1239266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34665" y="261874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34665" y="349885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20565" y="2070100"/>
            <a:ext cx="1239266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745965" y="257802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45965" y="338575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45965" y="356990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20565" y="4749800"/>
            <a:ext cx="1239266" cy="3683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15" name="Text 13"/>
          <p:cNvSpPr/>
          <p:nvPr/>
        </p:nvSpPr>
        <p:spPr>
          <a:xfrm>
            <a:off x="4745965" y="476250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45965" y="493395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31865" y="2070100"/>
            <a:ext cx="1239266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257265" y="2444773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57265" y="3015608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57265" y="3199758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31865" y="4177016"/>
            <a:ext cx="1239266" cy="71489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2" name="Text 20"/>
          <p:cNvSpPr/>
          <p:nvPr/>
        </p:nvSpPr>
        <p:spPr>
          <a:xfrm>
            <a:off x="6257265" y="436301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57265" y="453446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43165" y="2070100"/>
            <a:ext cx="1239266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68565" y="236554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68565" y="2795536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68565" y="2979686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43165" y="3736872"/>
            <a:ext cx="1239266" cy="414744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9" name="Text 27"/>
          <p:cNvSpPr/>
          <p:nvPr/>
        </p:nvSpPr>
        <p:spPr>
          <a:xfrm>
            <a:off x="7768565" y="3772794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68565" y="3944244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2026-07-05T10:32:39Z</dcterms:created>
  <dcterms:modified xsi:type="dcterms:W3CDTF">2026-07-05T10:32:39Z</dcterms:modified>
</cp:coreProperties>
</file>