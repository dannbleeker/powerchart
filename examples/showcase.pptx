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</p:sldIdLst>
  <p:notesMasterIdLst>
    <p:notesMasterId r:id="rId8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notesMaster" Target="notesMasters/notesMaster1.xml"/><Relationship Id="rId81" Type="http://schemas.openxmlformats.org/officeDocument/2006/relationships/presProps" Target="presProps.xml"/><Relationship Id="rId82" Type="http://schemas.openxmlformats.org/officeDocument/2006/relationships/viewProps" Target="viewProps.xml"/><Relationship Id="rId83" Type="http://schemas.openxmlformats.org/officeDocument/2006/relationships/theme" Target="theme/theme1.xml"/><Relationship Id="rId8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53888" y="39420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56503" y="37388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7044538" y="34950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925283" y="31902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620608" y="25806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78</Slides>
  <Notes>78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2026-07-05T15:12:58Z</dcterms:created>
  <dcterms:modified xsi:type="dcterms:W3CDTF">2026-07-05T15:12:58Z</dcterms:modified>
</cp:coreProperties>
</file>