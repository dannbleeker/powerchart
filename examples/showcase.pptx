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6666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22352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4450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854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642919" y="3857869"/>
              <a:ext cx="1029123" cy="1566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4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4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2026-08-29T08:09:53Z</dcterms:created>
  <dcterms:modified xsi:type="dcterms:W3CDTF">2026-08-29T08:09:53Z</dcterms:modified>
</cp:coreProperties>
</file>