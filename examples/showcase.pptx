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</p:sldIdLst>
  <p:notesMasterIdLst>
    <p:notesMasterId r:id="rId1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notesMaster" Target="notesMasters/notesMaster1.xml"/><Relationship Id="rId124" Type="http://schemas.openxmlformats.org/officeDocument/2006/relationships/presProps" Target="presProps.xml"/><Relationship Id="rId125" Type="http://schemas.openxmlformats.org/officeDocument/2006/relationships/viewProps" Target="viewProps.xml"/><Relationship Id="rId126" Type="http://schemas.openxmlformats.org/officeDocument/2006/relationships/theme" Target="theme/theme1.xml"/><Relationship Id="rId1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2279"/>
            <a:ext cx="56159" cy="433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27551" y="4659478"/>
            <a:ext cx="56159" cy="4459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77360" y="4646676"/>
            <a:ext cx="56159" cy="4587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27170" y="4633874"/>
            <a:ext cx="56159" cy="47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6979" y="4621073"/>
            <a:ext cx="56159" cy="4843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6789" y="4608271"/>
            <a:ext cx="56159" cy="497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6598" y="4595470"/>
            <a:ext cx="56159" cy="5099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407" y="4582668"/>
            <a:ext cx="56159" cy="5227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76217" y="4569866"/>
            <a:ext cx="56159" cy="5355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426026" y="4557065"/>
            <a:ext cx="56159" cy="5483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475836" y="4544263"/>
            <a:ext cx="56159" cy="561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525645" y="4531462"/>
            <a:ext cx="56159" cy="5739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5454" y="4518660"/>
            <a:ext cx="56159" cy="586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625264" y="4505858"/>
            <a:ext cx="56159" cy="59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675073" y="4493057"/>
            <a:ext cx="56159" cy="612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724883" y="4480255"/>
            <a:ext cx="56159" cy="625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774692" y="4467454"/>
            <a:ext cx="56159" cy="6379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824501" y="4454652"/>
            <a:ext cx="56159" cy="650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874311" y="4441850"/>
            <a:ext cx="56159" cy="663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924120" y="4429049"/>
            <a:ext cx="56159" cy="6763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973930" y="4415714"/>
            <a:ext cx="56159" cy="6896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5023739" y="4401845"/>
            <a:ext cx="56159" cy="7035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073548" y="4387977"/>
            <a:ext cx="56159" cy="7174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3358" y="4374109"/>
            <a:ext cx="56159" cy="7312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73167" y="4360240"/>
            <a:ext cx="56159" cy="745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222977" y="4346372"/>
            <a:ext cx="56159" cy="7590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272786" y="4332503"/>
            <a:ext cx="56159" cy="7728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322595" y="4318635"/>
            <a:ext cx="56159" cy="786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372405" y="4304767"/>
            <a:ext cx="56159" cy="800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422214" y="4290898"/>
            <a:ext cx="56159" cy="8145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472024" y="4277030"/>
            <a:ext cx="56159" cy="8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521833" y="4263161"/>
            <a:ext cx="56159" cy="842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571642" y="4249293"/>
            <a:ext cx="56159" cy="856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621452" y="4235425"/>
            <a:ext cx="56159" cy="8699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1261" y="4221556"/>
            <a:ext cx="56159" cy="883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721071" y="4207688"/>
            <a:ext cx="56159" cy="8977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770880" y="4193819"/>
            <a:ext cx="56159" cy="9115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820689" y="4179951"/>
            <a:ext cx="56159" cy="9254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870499" y="4166083"/>
            <a:ext cx="56159" cy="9393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20308" y="4152214"/>
            <a:ext cx="56159" cy="953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970118" y="4137279"/>
            <a:ext cx="56159" cy="968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019927" y="4121277"/>
            <a:ext cx="56159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6069736" y="4105275"/>
            <a:ext cx="56159" cy="10001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6119546" y="4089273"/>
            <a:ext cx="56159" cy="1016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69355" y="4073271"/>
            <a:ext cx="56159" cy="1032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219165" y="4057269"/>
            <a:ext cx="56159" cy="10481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6268974" y="4041267"/>
            <a:ext cx="56159" cy="1064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318783" y="4025265"/>
            <a:ext cx="56159" cy="10801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368593" y="4009263"/>
            <a:ext cx="56159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418402" y="3993261"/>
            <a:ext cx="56159" cy="11121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468212" y="3977259"/>
            <a:ext cx="56159" cy="1128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518021" y="3961257"/>
            <a:ext cx="56159" cy="1144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567830" y="3945255"/>
            <a:ext cx="56159" cy="1160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617640" y="3929253"/>
            <a:ext cx="56159" cy="11761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667449" y="3913251"/>
            <a:ext cx="56159" cy="11921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717259" y="3897249"/>
            <a:ext cx="56159" cy="12081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767068" y="3881247"/>
            <a:ext cx="56159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816877" y="3865245"/>
            <a:ext cx="56159" cy="12401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866687" y="3849243"/>
            <a:ext cx="56159" cy="1256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916496" y="3833241"/>
            <a:ext cx="56159" cy="12721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66306" y="3817772"/>
            <a:ext cx="56159" cy="12876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016115" y="3802837"/>
            <a:ext cx="56159" cy="13025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065924" y="3787902"/>
            <a:ext cx="56159" cy="13174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115734" y="3772967"/>
            <a:ext cx="56159" cy="1332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165543" y="3758032"/>
            <a:ext cx="56159" cy="13473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215353" y="3743096"/>
            <a:ext cx="56159" cy="1362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265162" y="3728161"/>
            <a:ext cx="56159" cy="1377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314971" y="3713226"/>
            <a:ext cx="56159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364781" y="3698291"/>
            <a:ext cx="56159" cy="1407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414590" y="3683356"/>
            <a:ext cx="56159" cy="14220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464400" y="3668420"/>
            <a:ext cx="56159" cy="14369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514209" y="3653485"/>
            <a:ext cx="56159" cy="14519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564018" y="3638550"/>
            <a:ext cx="56159" cy="14668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613828" y="3623615"/>
            <a:ext cx="56159" cy="1481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663637" y="3608680"/>
            <a:ext cx="56159" cy="149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713447" y="3593744"/>
            <a:ext cx="56159" cy="1511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763256" y="3578809"/>
            <a:ext cx="56159" cy="15265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813065" y="3563874"/>
            <a:ext cx="56159" cy="154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862875" y="3548939"/>
            <a:ext cx="56159" cy="1556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912684" y="3534004"/>
            <a:ext cx="56159" cy="1571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977742" y="3924452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4027551" y="3909517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4077360" y="3894582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4127170" y="3879647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4176979" y="3864712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4226789" y="3849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4276598" y="3834841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26407" y="3819906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376217" y="380497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426026" y="3790036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475836" y="3775100"/>
            <a:ext cx="56159" cy="7691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525645" y="3760165"/>
            <a:ext cx="56159" cy="7712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575454" y="3745230"/>
            <a:ext cx="56159" cy="773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625264" y="3730295"/>
            <a:ext cx="56159" cy="7755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675073" y="3715360"/>
            <a:ext cx="56159" cy="7776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724883" y="3700424"/>
            <a:ext cx="56159" cy="7798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774692" y="3685489"/>
            <a:ext cx="56159" cy="7819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824501" y="3670554"/>
            <a:ext cx="56159" cy="784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874311" y="3655619"/>
            <a:ext cx="56159" cy="7862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924120" y="3640684"/>
            <a:ext cx="56159" cy="7883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973930" y="3626815"/>
            <a:ext cx="56159" cy="7888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023739" y="3614014"/>
            <a:ext cx="56159" cy="7878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073548" y="3601212"/>
            <a:ext cx="56159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123358" y="3588410"/>
            <a:ext cx="56159" cy="7856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73167" y="3575609"/>
            <a:ext cx="56159" cy="7846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222977" y="3562807"/>
            <a:ext cx="56159" cy="783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272786" y="3550006"/>
            <a:ext cx="56159" cy="7824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2595" y="3537204"/>
            <a:ext cx="56159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372405" y="3524402"/>
            <a:ext cx="56159" cy="7803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422214" y="3511601"/>
            <a:ext cx="56159" cy="7792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472024" y="3498799"/>
            <a:ext cx="56159" cy="778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521833" y="3485998"/>
            <a:ext cx="56159" cy="7771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5571642" y="3473196"/>
            <a:ext cx="56159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621452" y="3460394"/>
            <a:ext cx="56159" cy="7750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671261" y="3447593"/>
            <a:ext cx="56159" cy="7739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21071" y="3434791"/>
            <a:ext cx="56159" cy="7728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770880" y="3421990"/>
            <a:ext cx="56159" cy="7718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820689" y="3409188"/>
            <a:ext cx="56159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870499" y="3396386"/>
            <a:ext cx="56159" cy="769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920308" y="3383585"/>
            <a:ext cx="56159" cy="768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970118" y="3370250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19927" y="335638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69736" y="3342513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9546" y="3328645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69355" y="3314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19165" y="3300908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268974" y="3287039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318783" y="3273171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368593" y="3259303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18402" y="3245434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8212" y="3231566"/>
            <a:ext cx="56159" cy="7456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518021" y="3217697"/>
            <a:ext cx="56159" cy="7435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567830" y="3203829"/>
            <a:ext cx="56159" cy="7414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617640" y="3189961"/>
            <a:ext cx="56159" cy="7392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667449" y="3176092"/>
            <a:ext cx="56159" cy="7371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717259" y="3162224"/>
            <a:ext cx="56159" cy="7350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767068" y="3148355"/>
            <a:ext cx="56159" cy="7328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16877" y="3134487"/>
            <a:ext cx="56159" cy="7307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866687" y="3120619"/>
            <a:ext cx="56159" cy="7286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916496" y="3106750"/>
            <a:ext cx="56159" cy="726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966306" y="3094482"/>
            <a:ext cx="56159" cy="723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016115" y="3083814"/>
            <a:ext cx="56159" cy="7190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065924" y="3073146"/>
            <a:ext cx="56159" cy="7147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115734" y="3062478"/>
            <a:ext cx="56159" cy="7104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165543" y="3051810"/>
            <a:ext cx="56159" cy="7062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215353" y="3041142"/>
            <a:ext cx="56159" cy="7019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7265162" y="3030474"/>
            <a:ext cx="56159" cy="6976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7314971" y="3019806"/>
            <a:ext cx="56159" cy="693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7364781" y="3009138"/>
            <a:ext cx="56159" cy="6891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414590" y="2998470"/>
            <a:ext cx="56159" cy="6848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7464400" y="2987802"/>
            <a:ext cx="56159" cy="6806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514209" y="2977134"/>
            <a:ext cx="56159" cy="6763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564018" y="2966466"/>
            <a:ext cx="56159" cy="6720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613828" y="2955798"/>
            <a:ext cx="56159" cy="667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663637" y="2945130"/>
            <a:ext cx="56159" cy="663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713447" y="2934462"/>
            <a:ext cx="56159" cy="6592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763256" y="2923794"/>
            <a:ext cx="56159" cy="6550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813065" y="2913126"/>
            <a:ext cx="56159" cy="6507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862875" y="2902458"/>
            <a:ext cx="56159" cy="6464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912684" y="2891790"/>
            <a:ext cx="56159" cy="6422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8914" y="3528822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141" y="247280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4011361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36604" y="2833624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47565" y="3147597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60561" y="1964825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54565" y="4898839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23360" y="4435602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58382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72323" y="2978031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028721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24716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012251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119785" y="22769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702080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430116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Text 32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6" name="Text 34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43348" y="2616200"/>
            <a:ext cx="1905000" cy="1905000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1050887" y="5095"/>
                </a:lnTo>
                <a:lnTo>
                  <a:pt x="1148221" y="20325"/>
                </a:lnTo>
                <a:lnTo>
                  <a:pt x="1243462" y="45528"/>
                </a:lnTo>
                <a:lnTo>
                  <a:pt x="1335590" y="80434"/>
                </a:lnTo>
                <a:lnTo>
                  <a:pt x="1423619" y="124670"/>
                </a:lnTo>
                <a:lnTo>
                  <a:pt x="1506609" y="177762"/>
                </a:lnTo>
                <a:lnTo>
                  <a:pt x="1583670" y="239141"/>
                </a:lnTo>
                <a:lnTo>
                  <a:pt x="1653979" y="308153"/>
                </a:lnTo>
                <a:lnTo>
                  <a:pt x="1716784" y="384058"/>
                </a:lnTo>
                <a:lnTo>
                  <a:pt x="1771412" y="466044"/>
                </a:lnTo>
                <a:lnTo>
                  <a:pt x="1817279" y="553234"/>
                </a:lnTo>
                <a:lnTo>
                  <a:pt x="1853895" y="644696"/>
                </a:lnTo>
                <a:lnTo>
                  <a:pt x="1880868" y="739451"/>
                </a:lnTo>
                <a:lnTo>
                  <a:pt x="1897908" y="836485"/>
                </a:lnTo>
                <a:lnTo>
                  <a:pt x="1904835" y="934760"/>
                </a:lnTo>
                <a:lnTo>
                  <a:pt x="1901573" y="1033225"/>
                </a:lnTo>
                <a:lnTo>
                  <a:pt x="1888158" y="1130826"/>
                </a:lnTo>
                <a:lnTo>
                  <a:pt x="1864733" y="1226519"/>
                </a:lnTo>
                <a:lnTo>
                  <a:pt x="1831549" y="1319281"/>
                </a:lnTo>
                <a:lnTo>
                  <a:pt x="1788961" y="1408119"/>
                </a:lnTo>
                <a:lnTo>
                  <a:pt x="1737424" y="1492083"/>
                </a:lnTo>
                <a:lnTo>
                  <a:pt x="1677490" y="1570274"/>
                </a:lnTo>
                <a:lnTo>
                  <a:pt x="1609800" y="1641857"/>
                </a:lnTo>
                <a:lnTo>
                  <a:pt x="1303060" y="1320157"/>
                </a:lnTo>
                <a:lnTo>
                  <a:pt x="1339162" y="1281980"/>
                </a:lnTo>
                <a:lnTo>
                  <a:pt x="1371126" y="1240278"/>
                </a:lnTo>
                <a:lnTo>
                  <a:pt x="1398613" y="1195497"/>
                </a:lnTo>
                <a:lnTo>
                  <a:pt x="1421326" y="1148117"/>
                </a:lnTo>
                <a:lnTo>
                  <a:pt x="1439024" y="1098644"/>
                </a:lnTo>
                <a:lnTo>
                  <a:pt x="1451518" y="1047607"/>
                </a:lnTo>
                <a:lnTo>
                  <a:pt x="1458672" y="995553"/>
                </a:lnTo>
                <a:lnTo>
                  <a:pt x="1460412" y="943039"/>
                </a:lnTo>
                <a:lnTo>
                  <a:pt x="1456718" y="890625"/>
                </a:lnTo>
                <a:lnTo>
                  <a:pt x="1447629" y="838874"/>
                </a:lnTo>
                <a:lnTo>
                  <a:pt x="1433244" y="788338"/>
                </a:lnTo>
                <a:lnTo>
                  <a:pt x="1413716" y="739558"/>
                </a:lnTo>
                <a:lnTo>
                  <a:pt x="1389253" y="693057"/>
                </a:lnTo>
                <a:lnTo>
                  <a:pt x="1360118" y="649331"/>
                </a:lnTo>
                <a:lnTo>
                  <a:pt x="1326622" y="608848"/>
                </a:lnTo>
                <a:lnTo>
                  <a:pt x="1289124" y="572042"/>
                </a:lnTo>
                <a:lnTo>
                  <a:pt x="1248025" y="539306"/>
                </a:lnTo>
                <a:lnTo>
                  <a:pt x="1203764" y="510991"/>
                </a:lnTo>
                <a:lnTo>
                  <a:pt x="1156815" y="487398"/>
                </a:lnTo>
                <a:lnTo>
                  <a:pt x="1107680" y="468782"/>
                </a:lnTo>
                <a:lnTo>
                  <a:pt x="1056885" y="455340"/>
                </a:lnTo>
                <a:lnTo>
                  <a:pt x="1004973" y="447217"/>
                </a:lnTo>
                <a:lnTo>
                  <a:pt x="952500" y="4445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31802" y="3208393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1587500" y="0"/>
                </a:moveTo>
                <a:lnTo>
                  <a:pt x="1752072" y="8553"/>
                </a:lnTo>
                <a:lnTo>
                  <a:pt x="1914872" y="34122"/>
                </a:lnTo>
                <a:lnTo>
                  <a:pt x="2074143" y="76429"/>
                </a:lnTo>
                <a:lnTo>
                  <a:pt x="2228170" y="135020"/>
                </a:lnTo>
                <a:lnTo>
                  <a:pt x="2375293" y="209263"/>
                </a:lnTo>
                <a:lnTo>
                  <a:pt x="2513927" y="298357"/>
                </a:lnTo>
                <a:lnTo>
                  <a:pt x="2642578" y="401344"/>
                </a:lnTo>
                <a:lnTo>
                  <a:pt x="2759860" y="517113"/>
                </a:lnTo>
                <a:lnTo>
                  <a:pt x="2864508" y="644416"/>
                </a:lnTo>
                <a:lnTo>
                  <a:pt x="2955394" y="781882"/>
                </a:lnTo>
                <a:lnTo>
                  <a:pt x="3031541" y="928029"/>
                </a:lnTo>
                <a:lnTo>
                  <a:pt x="2453924" y="1191817"/>
                </a:lnTo>
                <a:lnTo>
                  <a:pt x="2408237" y="1104129"/>
                </a:lnTo>
                <a:lnTo>
                  <a:pt x="2353705" y="1021649"/>
                </a:lnTo>
                <a:lnTo>
                  <a:pt x="2290916" y="945268"/>
                </a:lnTo>
                <a:lnTo>
                  <a:pt x="2220547" y="875806"/>
                </a:lnTo>
                <a:lnTo>
                  <a:pt x="2143356" y="814014"/>
                </a:lnTo>
                <a:lnTo>
                  <a:pt x="2060176" y="760558"/>
                </a:lnTo>
                <a:lnTo>
                  <a:pt x="1971902" y="716012"/>
                </a:lnTo>
                <a:lnTo>
                  <a:pt x="1879486" y="680858"/>
                </a:lnTo>
                <a:lnTo>
                  <a:pt x="1783923" y="655473"/>
                </a:lnTo>
                <a:lnTo>
                  <a:pt x="1686243" y="640132"/>
                </a:lnTo>
                <a:lnTo>
                  <a:pt x="1587500" y="63500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02178" y="2069523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3031541" y="928029"/>
                </a:moveTo>
                <a:lnTo>
                  <a:pt x="3087689" y="1068280"/>
                </a:lnTo>
                <a:lnTo>
                  <a:pt x="3130251" y="1213233"/>
                </a:lnTo>
                <a:lnTo>
                  <a:pt x="3158842" y="1361575"/>
                </a:lnTo>
                <a:lnTo>
                  <a:pt x="3173202" y="1511964"/>
                </a:lnTo>
                <a:lnTo>
                  <a:pt x="3173202" y="1663036"/>
                </a:lnTo>
                <a:lnTo>
                  <a:pt x="3158842" y="1813425"/>
                </a:lnTo>
                <a:lnTo>
                  <a:pt x="3130251" y="1961767"/>
                </a:lnTo>
                <a:lnTo>
                  <a:pt x="3087689" y="2106720"/>
                </a:lnTo>
                <a:lnTo>
                  <a:pt x="2487613" y="1899032"/>
                </a:lnTo>
                <a:lnTo>
                  <a:pt x="2513151" y="1812060"/>
                </a:lnTo>
                <a:lnTo>
                  <a:pt x="2530305" y="1723055"/>
                </a:lnTo>
                <a:lnTo>
                  <a:pt x="2538921" y="1632822"/>
                </a:lnTo>
                <a:lnTo>
                  <a:pt x="2538921" y="1542178"/>
                </a:lnTo>
                <a:lnTo>
                  <a:pt x="2530305" y="1451945"/>
                </a:lnTo>
                <a:lnTo>
                  <a:pt x="2513151" y="1362940"/>
                </a:lnTo>
                <a:lnTo>
                  <a:pt x="2487613" y="1275968"/>
                </a:lnTo>
                <a:lnTo>
                  <a:pt x="2453924" y="1191817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0349" y="3400034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3087689" y="2106720"/>
                </a:moveTo>
                <a:lnTo>
                  <a:pt x="3031541" y="2246971"/>
                </a:lnTo>
                <a:lnTo>
                  <a:pt x="2962315" y="2381250"/>
                </a:lnTo>
                <a:lnTo>
                  <a:pt x="2880639" y="2508340"/>
                </a:lnTo>
                <a:lnTo>
                  <a:pt x="2787252" y="2627091"/>
                </a:lnTo>
                <a:lnTo>
                  <a:pt x="2683000" y="2736428"/>
                </a:lnTo>
                <a:lnTo>
                  <a:pt x="2244800" y="2276857"/>
                </a:lnTo>
                <a:lnTo>
                  <a:pt x="2307351" y="2211255"/>
                </a:lnTo>
                <a:lnTo>
                  <a:pt x="2363384" y="2140004"/>
                </a:lnTo>
                <a:lnTo>
                  <a:pt x="2412389" y="2063750"/>
                </a:lnTo>
                <a:lnTo>
                  <a:pt x="2453924" y="1983183"/>
                </a:lnTo>
                <a:lnTo>
                  <a:pt x="2487613" y="1899032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06125" y="4386130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143348" y="2616200"/>
            <a:ext cx="1905000" cy="1905000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1609800" y="1641857"/>
                </a:moveTo>
                <a:lnTo>
                  <a:pt x="1535338" y="1705863"/>
                </a:lnTo>
                <a:lnTo>
                  <a:pt x="1454682" y="1761863"/>
                </a:lnTo>
                <a:lnTo>
                  <a:pt x="1368690" y="1809263"/>
                </a:lnTo>
                <a:lnTo>
                  <a:pt x="1278274" y="1847557"/>
                </a:lnTo>
                <a:lnTo>
                  <a:pt x="1184397" y="1876340"/>
                </a:lnTo>
                <a:lnTo>
                  <a:pt x="1088055" y="1895305"/>
                </a:lnTo>
                <a:lnTo>
                  <a:pt x="990273" y="1904251"/>
                </a:lnTo>
                <a:lnTo>
                  <a:pt x="892089" y="1903082"/>
                </a:lnTo>
                <a:lnTo>
                  <a:pt x="794547" y="1891812"/>
                </a:lnTo>
                <a:lnTo>
                  <a:pt x="698684" y="1870560"/>
                </a:lnTo>
                <a:lnTo>
                  <a:pt x="605518" y="1839551"/>
                </a:lnTo>
                <a:lnTo>
                  <a:pt x="516039" y="1799116"/>
                </a:lnTo>
                <a:lnTo>
                  <a:pt x="431199" y="1749683"/>
                </a:lnTo>
                <a:lnTo>
                  <a:pt x="351899" y="1691780"/>
                </a:lnTo>
                <a:lnTo>
                  <a:pt x="278981" y="1626019"/>
                </a:lnTo>
                <a:lnTo>
                  <a:pt x="213220" y="1553101"/>
                </a:lnTo>
                <a:lnTo>
                  <a:pt x="155317" y="1473801"/>
                </a:lnTo>
                <a:lnTo>
                  <a:pt x="105884" y="1388961"/>
                </a:lnTo>
                <a:lnTo>
                  <a:pt x="65449" y="1299482"/>
                </a:lnTo>
                <a:lnTo>
                  <a:pt x="34440" y="1206316"/>
                </a:lnTo>
                <a:lnTo>
                  <a:pt x="13188" y="1110453"/>
                </a:lnTo>
                <a:lnTo>
                  <a:pt x="1918" y="1012911"/>
                </a:lnTo>
                <a:lnTo>
                  <a:pt x="749" y="914727"/>
                </a:lnTo>
                <a:lnTo>
                  <a:pt x="9695" y="816945"/>
                </a:lnTo>
                <a:lnTo>
                  <a:pt x="449671" y="880204"/>
                </a:lnTo>
                <a:lnTo>
                  <a:pt x="444900" y="932355"/>
                </a:lnTo>
                <a:lnTo>
                  <a:pt x="445523" y="984719"/>
                </a:lnTo>
                <a:lnTo>
                  <a:pt x="451534" y="1036742"/>
                </a:lnTo>
                <a:lnTo>
                  <a:pt x="462868" y="1087869"/>
                </a:lnTo>
                <a:lnTo>
                  <a:pt x="479406" y="1137557"/>
                </a:lnTo>
                <a:lnTo>
                  <a:pt x="500972" y="1185279"/>
                </a:lnTo>
                <a:lnTo>
                  <a:pt x="527335" y="1230527"/>
                </a:lnTo>
                <a:lnTo>
                  <a:pt x="558218" y="1272821"/>
                </a:lnTo>
                <a:lnTo>
                  <a:pt x="593290" y="1311710"/>
                </a:lnTo>
                <a:lnTo>
                  <a:pt x="632179" y="1346782"/>
                </a:lnTo>
                <a:lnTo>
                  <a:pt x="674473" y="1377665"/>
                </a:lnTo>
                <a:lnTo>
                  <a:pt x="719721" y="1404028"/>
                </a:lnTo>
                <a:lnTo>
                  <a:pt x="767443" y="1425594"/>
                </a:lnTo>
                <a:lnTo>
                  <a:pt x="817131" y="1442132"/>
                </a:lnTo>
                <a:lnTo>
                  <a:pt x="868258" y="1453466"/>
                </a:lnTo>
                <a:lnTo>
                  <a:pt x="920281" y="1459477"/>
                </a:lnTo>
                <a:lnTo>
                  <a:pt x="972645" y="1460100"/>
                </a:lnTo>
                <a:lnTo>
                  <a:pt x="1024796" y="1455329"/>
                </a:lnTo>
                <a:lnTo>
                  <a:pt x="1076178" y="1445215"/>
                </a:lnTo>
                <a:lnTo>
                  <a:pt x="1126246" y="1429864"/>
                </a:lnTo>
                <a:lnTo>
                  <a:pt x="1174468" y="1409440"/>
                </a:lnTo>
                <a:lnTo>
                  <a:pt x="1220331" y="1384161"/>
                </a:lnTo>
                <a:lnTo>
                  <a:pt x="1263347" y="1354294"/>
                </a:lnTo>
                <a:lnTo>
                  <a:pt x="1303060" y="132015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02656" y="4128872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2683000" y="2736428"/>
                </a:moveTo>
                <a:lnTo>
                  <a:pt x="2560888" y="2841562"/>
                </a:lnTo>
                <a:lnTo>
                  <a:pt x="2428747" y="2933776"/>
                </a:lnTo>
                <a:lnTo>
                  <a:pt x="2287938" y="3012120"/>
                </a:lnTo>
                <a:lnTo>
                  <a:pt x="2139914" y="3075786"/>
                </a:lnTo>
                <a:lnTo>
                  <a:pt x="1986197" y="3124119"/>
                </a:lnTo>
                <a:lnTo>
                  <a:pt x="1828373" y="3156620"/>
                </a:lnTo>
                <a:lnTo>
                  <a:pt x="1668068" y="3172954"/>
                </a:lnTo>
                <a:lnTo>
                  <a:pt x="1506932" y="3172954"/>
                </a:lnTo>
                <a:lnTo>
                  <a:pt x="1346627" y="3156620"/>
                </a:lnTo>
                <a:lnTo>
                  <a:pt x="1188803" y="3124119"/>
                </a:lnTo>
                <a:lnTo>
                  <a:pt x="1035086" y="3075786"/>
                </a:lnTo>
                <a:lnTo>
                  <a:pt x="887062" y="3012120"/>
                </a:lnTo>
                <a:lnTo>
                  <a:pt x="746253" y="2933776"/>
                </a:lnTo>
                <a:lnTo>
                  <a:pt x="614112" y="2841562"/>
                </a:lnTo>
                <a:lnTo>
                  <a:pt x="492000" y="2736428"/>
                </a:lnTo>
                <a:lnTo>
                  <a:pt x="930200" y="2276857"/>
                </a:lnTo>
                <a:lnTo>
                  <a:pt x="1003467" y="2339937"/>
                </a:lnTo>
                <a:lnTo>
                  <a:pt x="1082752" y="2395266"/>
                </a:lnTo>
                <a:lnTo>
                  <a:pt x="1167237" y="2442272"/>
                </a:lnTo>
                <a:lnTo>
                  <a:pt x="1256052" y="2480472"/>
                </a:lnTo>
                <a:lnTo>
                  <a:pt x="1348282" y="2509471"/>
                </a:lnTo>
                <a:lnTo>
                  <a:pt x="1442976" y="2528972"/>
                </a:lnTo>
                <a:lnTo>
                  <a:pt x="1539159" y="2538773"/>
                </a:lnTo>
                <a:lnTo>
                  <a:pt x="1635841" y="2538773"/>
                </a:lnTo>
                <a:lnTo>
                  <a:pt x="1732024" y="2528972"/>
                </a:lnTo>
                <a:lnTo>
                  <a:pt x="1826718" y="2509471"/>
                </a:lnTo>
                <a:lnTo>
                  <a:pt x="1918948" y="2480472"/>
                </a:lnTo>
                <a:lnTo>
                  <a:pt x="2007763" y="2442272"/>
                </a:lnTo>
                <a:lnTo>
                  <a:pt x="2092248" y="2395266"/>
                </a:lnTo>
                <a:lnTo>
                  <a:pt x="2171533" y="2339937"/>
                </a:lnTo>
                <a:lnTo>
                  <a:pt x="2244800" y="2276857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1562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492000" y="2736428"/>
                </a:moveTo>
                <a:lnTo>
                  <a:pt x="387748" y="2627091"/>
                </a:lnTo>
                <a:lnTo>
                  <a:pt x="294361" y="2508340"/>
                </a:lnTo>
                <a:lnTo>
                  <a:pt x="212685" y="2381250"/>
                </a:lnTo>
                <a:lnTo>
                  <a:pt x="143459" y="2246971"/>
                </a:lnTo>
                <a:lnTo>
                  <a:pt x="87311" y="2106720"/>
                </a:lnTo>
                <a:lnTo>
                  <a:pt x="44749" y="1961767"/>
                </a:lnTo>
                <a:lnTo>
                  <a:pt x="16158" y="1813425"/>
                </a:lnTo>
                <a:lnTo>
                  <a:pt x="1798" y="1663036"/>
                </a:lnTo>
                <a:lnTo>
                  <a:pt x="1798" y="1511964"/>
                </a:lnTo>
                <a:lnTo>
                  <a:pt x="16158" y="1361575"/>
                </a:lnTo>
                <a:lnTo>
                  <a:pt x="644695" y="1451945"/>
                </a:lnTo>
                <a:lnTo>
                  <a:pt x="636079" y="1542178"/>
                </a:lnTo>
                <a:lnTo>
                  <a:pt x="636079" y="1632822"/>
                </a:lnTo>
                <a:lnTo>
                  <a:pt x="644695" y="1723055"/>
                </a:lnTo>
                <a:lnTo>
                  <a:pt x="661849" y="1812060"/>
                </a:lnTo>
                <a:lnTo>
                  <a:pt x="687387" y="1899032"/>
                </a:lnTo>
                <a:lnTo>
                  <a:pt x="721076" y="1983183"/>
                </a:lnTo>
                <a:lnTo>
                  <a:pt x="762611" y="2063750"/>
                </a:lnTo>
                <a:lnTo>
                  <a:pt x="811616" y="2140004"/>
                </a:lnTo>
                <a:lnTo>
                  <a:pt x="867649" y="2211255"/>
                </a:lnTo>
                <a:lnTo>
                  <a:pt x="930200" y="2276857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94504" y="4028097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143348" y="2616200"/>
            <a:ext cx="1905000" cy="1905000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695" y="816945"/>
                </a:moveTo>
                <a:lnTo>
                  <a:pt x="28398" y="721650"/>
                </a:lnTo>
                <a:lnTo>
                  <a:pt x="56707" y="628755"/>
                </a:lnTo>
                <a:lnTo>
                  <a:pt x="94327" y="539226"/>
                </a:lnTo>
                <a:lnTo>
                  <a:pt x="140868" y="453992"/>
                </a:lnTo>
                <a:lnTo>
                  <a:pt x="195846" y="373940"/>
                </a:lnTo>
                <a:lnTo>
                  <a:pt x="258690" y="299903"/>
                </a:lnTo>
                <a:lnTo>
                  <a:pt x="328745" y="232649"/>
                </a:lnTo>
                <a:lnTo>
                  <a:pt x="405285" y="172877"/>
                </a:lnTo>
                <a:lnTo>
                  <a:pt x="487512" y="121210"/>
                </a:lnTo>
                <a:lnTo>
                  <a:pt x="574573" y="78184"/>
                </a:lnTo>
                <a:lnTo>
                  <a:pt x="665563" y="44247"/>
                </a:lnTo>
                <a:lnTo>
                  <a:pt x="759535" y="19751"/>
                </a:lnTo>
                <a:lnTo>
                  <a:pt x="855514" y="4951"/>
                </a:lnTo>
                <a:lnTo>
                  <a:pt x="952500" y="0"/>
                </a:lnTo>
                <a:lnTo>
                  <a:pt x="952500" y="444500"/>
                </a:lnTo>
                <a:lnTo>
                  <a:pt x="900774" y="447140"/>
                </a:lnTo>
                <a:lnTo>
                  <a:pt x="849586" y="455034"/>
                </a:lnTo>
                <a:lnTo>
                  <a:pt x="799467" y="468098"/>
                </a:lnTo>
                <a:lnTo>
                  <a:pt x="750939" y="486198"/>
                </a:lnTo>
                <a:lnTo>
                  <a:pt x="704506" y="509145"/>
                </a:lnTo>
                <a:lnTo>
                  <a:pt x="660652" y="536701"/>
                </a:lnTo>
                <a:lnTo>
                  <a:pt x="619831" y="568579"/>
                </a:lnTo>
                <a:lnTo>
                  <a:pt x="582468" y="604448"/>
                </a:lnTo>
                <a:lnTo>
                  <a:pt x="548951" y="643935"/>
                </a:lnTo>
                <a:lnTo>
                  <a:pt x="519630" y="686629"/>
                </a:lnTo>
                <a:lnTo>
                  <a:pt x="494808" y="732087"/>
                </a:lnTo>
                <a:lnTo>
                  <a:pt x="474744" y="779836"/>
                </a:lnTo>
                <a:lnTo>
                  <a:pt x="459646" y="829380"/>
                </a:lnTo>
                <a:lnTo>
                  <a:pt x="449671" y="88020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75650" y="2927914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16158" y="1361575"/>
                </a:moveTo>
                <a:lnTo>
                  <a:pt x="44749" y="1213233"/>
                </a:lnTo>
                <a:lnTo>
                  <a:pt x="87311" y="1068280"/>
                </a:lnTo>
                <a:lnTo>
                  <a:pt x="143459" y="928029"/>
                </a:lnTo>
                <a:lnTo>
                  <a:pt x="212685" y="793750"/>
                </a:lnTo>
                <a:lnTo>
                  <a:pt x="294361" y="666660"/>
                </a:lnTo>
                <a:lnTo>
                  <a:pt x="387748" y="547909"/>
                </a:lnTo>
                <a:lnTo>
                  <a:pt x="492000" y="438572"/>
                </a:lnTo>
                <a:lnTo>
                  <a:pt x="606173" y="339641"/>
                </a:lnTo>
                <a:lnTo>
                  <a:pt x="729233" y="252010"/>
                </a:lnTo>
                <a:lnTo>
                  <a:pt x="1072540" y="786206"/>
                </a:lnTo>
                <a:lnTo>
                  <a:pt x="998704" y="838784"/>
                </a:lnTo>
                <a:lnTo>
                  <a:pt x="930200" y="898143"/>
                </a:lnTo>
                <a:lnTo>
                  <a:pt x="867649" y="963745"/>
                </a:lnTo>
                <a:lnTo>
                  <a:pt x="811616" y="1034996"/>
                </a:lnTo>
                <a:lnTo>
                  <a:pt x="762611" y="1111250"/>
                </a:lnTo>
                <a:lnTo>
                  <a:pt x="721076" y="1191817"/>
                </a:lnTo>
                <a:lnTo>
                  <a:pt x="687387" y="1275968"/>
                </a:lnTo>
                <a:lnTo>
                  <a:pt x="661849" y="1362940"/>
                </a:lnTo>
                <a:lnTo>
                  <a:pt x="644695" y="145194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43305" y="257347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729233" y="252010"/>
                </a:moveTo>
                <a:lnTo>
                  <a:pt x="860065" y="176474"/>
                </a:lnTo>
                <a:lnTo>
                  <a:pt x="997486" y="113716"/>
                </a:lnTo>
                <a:lnTo>
                  <a:pt x="1140250" y="64305"/>
                </a:lnTo>
                <a:lnTo>
                  <a:pt x="1287064" y="28688"/>
                </a:lnTo>
                <a:lnTo>
                  <a:pt x="1436599" y="7188"/>
                </a:lnTo>
                <a:lnTo>
                  <a:pt x="1587500" y="0"/>
                </a:lnTo>
                <a:lnTo>
                  <a:pt x="1587500" y="635000"/>
                </a:lnTo>
                <a:lnTo>
                  <a:pt x="1496959" y="639313"/>
                </a:lnTo>
                <a:lnTo>
                  <a:pt x="1407238" y="652213"/>
                </a:lnTo>
                <a:lnTo>
                  <a:pt x="1319150" y="673583"/>
                </a:lnTo>
                <a:lnTo>
                  <a:pt x="1233492" y="703230"/>
                </a:lnTo>
                <a:lnTo>
                  <a:pt x="1151039" y="740884"/>
                </a:lnTo>
                <a:lnTo>
                  <a:pt x="1072540" y="786206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06407" y="187130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40386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42519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38252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425196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361188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3825240"/>
            <a:ext cx="30099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3611880"/>
            <a:ext cx="0" cy="64008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382524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361188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9718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31851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7584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318516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31851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3398520"/>
            <a:ext cx="300990" cy="42672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3611880"/>
            <a:ext cx="300990" cy="21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9718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31851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Grand total — sum of all category totals (top-right)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98533"/>
            <a:ext cx="453390" cy="1606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20671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154204"/>
            <a:ext cx="453390" cy="19511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4034552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970054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10913" y="3268980"/>
            <a:ext cx="453390" cy="1836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660113" y="409194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7003" y="3001169"/>
            <a:ext cx="453390" cy="2104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5126203" y="395803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71518" y="2817019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9183" y="3383756"/>
            <a:ext cx="453390" cy="172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058383" y="414932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75273" y="2886393"/>
            <a:ext cx="453390" cy="22190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24473" y="390064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869788" y="2702243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507453" y="2771616"/>
            <a:ext cx="453390" cy="2333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456653" y="384325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73543" y="2427288"/>
            <a:ext cx="453390" cy="26781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7922743" y="367109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268058" y="2243138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43748" y="1854200"/>
            <a:ext cx="3225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17128" y="3680619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717128" y="385278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397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scenarios — PY / AC / FC / PL by fill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514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992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28405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539848" y="168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9716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6289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436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54223" y="3390053"/>
            <a:ext cx="263525" cy="184234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2" name="Text 10"/>
          <p:cNvSpPr/>
          <p:nvPr/>
        </p:nvSpPr>
        <p:spPr>
          <a:xfrm>
            <a:off x="3203423" y="421597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30448" y="3343995"/>
            <a:ext cx="263525" cy="1888405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4" name="Text 12"/>
          <p:cNvSpPr/>
          <p:nvPr/>
        </p:nvSpPr>
        <p:spPr>
          <a:xfrm>
            <a:off x="3479648" y="419294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82898" y="3274907"/>
            <a:ext cx="263525" cy="195749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32098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911573" y="3274907"/>
            <a:ext cx="263525" cy="1957493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8" name="Text 16"/>
          <p:cNvSpPr/>
          <p:nvPr/>
        </p:nvSpPr>
        <p:spPr>
          <a:xfrm>
            <a:off x="4860773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87798" y="3205819"/>
            <a:ext cx="263525" cy="2026581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0" name="Text 18"/>
          <p:cNvSpPr/>
          <p:nvPr/>
        </p:nvSpPr>
        <p:spPr>
          <a:xfrm>
            <a:off x="5136998" y="4123859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40248" y="3159760"/>
            <a:ext cx="263525" cy="207264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89448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68923" y="3159760"/>
            <a:ext cx="263525" cy="2072640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24" name="Text 22"/>
          <p:cNvSpPr/>
          <p:nvPr/>
        </p:nvSpPr>
        <p:spPr>
          <a:xfrm>
            <a:off x="6518123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5148" y="3021584"/>
            <a:ext cx="263525" cy="2210816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6" name="Text 24"/>
          <p:cNvSpPr/>
          <p:nvPr/>
        </p:nvSpPr>
        <p:spPr>
          <a:xfrm>
            <a:off x="6794348" y="4031742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97598" y="3044613"/>
            <a:ext cx="263525" cy="2187787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46798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6273" y="3044613"/>
            <a:ext cx="263525" cy="218778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30" name="Text 28"/>
          <p:cNvSpPr/>
          <p:nvPr/>
        </p:nvSpPr>
        <p:spPr>
          <a:xfrm>
            <a:off x="8175473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778723" y="2883408"/>
            <a:ext cx="263525" cy="2348992"/>
          </a:xfrm>
          <a:prstGeom prst="rect">
            <a:avLst/>
          </a:prstGeom>
          <a:solidFill>
            <a:srgbClr val="91A3C1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27923" y="3962654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54948" y="2929467"/>
            <a:ext cx="263525" cy="230293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04148" y="398568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971648" y="5232400"/>
            <a:ext cx="6629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270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variance tier — actual vs plan (Δ below)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46990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13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1562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7164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48802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0440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2078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30728" y="2215642"/>
            <a:ext cx="492760" cy="2572258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1" name="Text 9"/>
          <p:cNvSpPr/>
          <p:nvPr/>
        </p:nvSpPr>
        <p:spPr>
          <a:xfrm>
            <a:off x="3179928" y="3406521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36188" y="2121535"/>
            <a:ext cx="492760" cy="2666365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85388" y="3359468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47108" y="2027428"/>
            <a:ext cx="492760" cy="2760472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5" name="Text 13"/>
          <p:cNvSpPr/>
          <p:nvPr/>
        </p:nvSpPr>
        <p:spPr>
          <a:xfrm>
            <a:off x="4696308" y="3312414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52568" y="2090166"/>
            <a:ext cx="492760" cy="2697734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01768" y="3343783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63488" y="1776476"/>
            <a:ext cx="492760" cy="3011424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9" name="Text 17"/>
          <p:cNvSpPr/>
          <p:nvPr/>
        </p:nvSpPr>
        <p:spPr>
          <a:xfrm>
            <a:off x="6212688" y="3186938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8948" y="1807845"/>
            <a:ext cx="492760" cy="2980055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18148" y="3202623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9868" y="1933321"/>
            <a:ext cx="492760" cy="2854579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3" name="Text 21"/>
          <p:cNvSpPr/>
          <p:nvPr/>
        </p:nvSpPr>
        <p:spPr>
          <a:xfrm>
            <a:off x="7729068" y="3265361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85328" y="1651000"/>
            <a:ext cx="492760" cy="313690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34528" y="3124200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971648" y="5073650"/>
            <a:ext cx="60655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50743" y="5073650"/>
            <a:ext cx="758190" cy="4572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8" name="Text 26"/>
          <p:cNvSpPr/>
          <p:nvPr/>
        </p:nvSpPr>
        <p:spPr>
          <a:xfrm>
            <a:off x="2971648" y="513207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867123" y="5043170"/>
            <a:ext cx="758190" cy="3048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30" name="Text 28"/>
          <p:cNvSpPr/>
          <p:nvPr/>
        </p:nvSpPr>
        <p:spPr>
          <a:xfrm>
            <a:off x="4488028" y="490982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A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383503" y="5058410"/>
            <a:ext cx="758190" cy="1524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32" name="Text 30"/>
          <p:cNvSpPr/>
          <p:nvPr/>
        </p:nvSpPr>
        <p:spPr>
          <a:xfrm>
            <a:off x="6004408" y="492506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A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899883" y="5073650"/>
            <a:ext cx="758190" cy="1371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34" name="Text 32"/>
          <p:cNvSpPr/>
          <p:nvPr/>
        </p:nvSpPr>
        <p:spPr>
          <a:xfrm>
            <a:off x="7520788" y="522351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971648" y="4787900"/>
            <a:ext cx="60655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087968" y="313372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(PL)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087968" y="33051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 (AC)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quadratic (degree 2) trend fit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74973" y="2722880"/>
            <a:ext cx="121682" cy="21379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296654" y="2936678"/>
            <a:ext cx="121682" cy="20197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418336" y="3138653"/>
            <a:ext cx="121682" cy="19015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540018" y="3328803"/>
            <a:ext cx="121682" cy="17832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661700" y="3507130"/>
            <a:ext cx="121682" cy="16650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83382" y="3673634"/>
            <a:ext cx="121682" cy="15468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905064" y="3828313"/>
            <a:ext cx="121682" cy="14285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026746" y="3971169"/>
            <a:ext cx="121682" cy="13103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148428" y="4102202"/>
            <a:ext cx="121682" cy="11920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5270109" y="4221410"/>
            <a:ext cx="121682" cy="10738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391791" y="4328795"/>
            <a:ext cx="121682" cy="9556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5513473" y="4424356"/>
            <a:ext cx="121682" cy="8373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5635155" y="4508094"/>
            <a:ext cx="121682" cy="7191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5756837" y="4580007"/>
            <a:ext cx="121682" cy="6009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878519" y="4640097"/>
            <a:ext cx="121682" cy="4826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000201" y="4688364"/>
            <a:ext cx="121682" cy="3644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121883" y="4724806"/>
            <a:ext cx="121682" cy="2461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43564" y="4749425"/>
            <a:ext cx="121682" cy="1279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365246" y="4762221"/>
            <a:ext cx="121682" cy="97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486928" y="4752340"/>
            <a:ext cx="121682" cy="1085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608610" y="4729664"/>
            <a:ext cx="121682" cy="2267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730292" y="4695165"/>
            <a:ext cx="121682" cy="345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6851974" y="4648841"/>
            <a:ext cx="121682" cy="4632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 flipV="1">
            <a:off x="6973656" y="4590694"/>
            <a:ext cx="121682" cy="5814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 flipV="1">
            <a:off x="7095338" y="4520724"/>
            <a:ext cx="121682" cy="6997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 flipV="1">
            <a:off x="7217019" y="4438929"/>
            <a:ext cx="121682" cy="8179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 flipV="1">
            <a:off x="7338701" y="4345311"/>
            <a:ext cx="121682" cy="9361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 flipV="1">
            <a:off x="7460383" y="4239870"/>
            <a:ext cx="121682" cy="10544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7582065" y="4122604"/>
            <a:ext cx="121682" cy="11726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7703747" y="3993515"/>
            <a:ext cx="121682" cy="12908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7825429" y="3852602"/>
            <a:ext cx="121682" cy="14091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7947111" y="3699866"/>
            <a:ext cx="121682" cy="15273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8068793" y="3535305"/>
            <a:ext cx="121682" cy="16456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8190474" y="3358921"/>
            <a:ext cx="121682" cy="17638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8312156" y="3170714"/>
            <a:ext cx="121682" cy="18820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8433838" y="2970682"/>
            <a:ext cx="121682" cy="20003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 flipV="1">
            <a:off x="8555520" y="2758827"/>
            <a:ext cx="121682" cy="21185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 flipV="1">
            <a:off x="8677202" y="2535149"/>
            <a:ext cx="121682" cy="22367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 flipV="1">
            <a:off x="8798884" y="2299646"/>
            <a:ext cx="121682" cy="23550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 flipV="1">
            <a:off x="8920566" y="2052320"/>
            <a:ext cx="121682" cy="24732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0" name="Text 58"/>
          <p:cNvSpPr/>
          <p:nvPr/>
        </p:nvSpPr>
        <p:spPr>
          <a:xfrm>
            <a:off x="7695286" y="1905000"/>
            <a:ext cx="134696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1.00 · quadratic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136873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32198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27523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222848" y="4686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918173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613498" y="4117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308823" y="33045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004148" y="2004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38473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933798" y="374777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5629123" y="439801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6324448" y="4641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019773" y="456057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7715098" y="407289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8410423" y="326009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8884768" y="195961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262B1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2262B1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2262B1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4535" y="50927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27523" y="37380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0510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13498" y="29252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56485" y="23833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6135" y="50482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9123" y="36935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2110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15098" y="28807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58085" y="2338917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403350" y="0"/>
                </a:moveTo>
                <a:lnTo>
                  <a:pt x="1547952" y="7470"/>
                </a:lnTo>
                <a:lnTo>
                  <a:pt x="1691015" y="29800"/>
                </a:lnTo>
                <a:lnTo>
                  <a:pt x="1831015" y="66752"/>
                </a:lnTo>
                <a:lnTo>
                  <a:pt x="1966462" y="117933"/>
                </a:lnTo>
                <a:lnTo>
                  <a:pt x="2095915" y="182799"/>
                </a:lnTo>
                <a:lnTo>
                  <a:pt x="2217995" y="260658"/>
                </a:lnTo>
                <a:lnTo>
                  <a:pt x="2331402" y="350682"/>
                </a:lnTo>
                <a:lnTo>
                  <a:pt x="2434930" y="451912"/>
                </a:lnTo>
                <a:lnTo>
                  <a:pt x="2527475" y="563271"/>
                </a:lnTo>
                <a:lnTo>
                  <a:pt x="2608054" y="683573"/>
                </a:lnTo>
                <a:lnTo>
                  <a:pt x="2675808" y="811537"/>
                </a:lnTo>
                <a:lnTo>
                  <a:pt x="2730015" y="945802"/>
                </a:lnTo>
                <a:lnTo>
                  <a:pt x="2770100" y="1084938"/>
                </a:lnTo>
                <a:lnTo>
                  <a:pt x="2795634" y="1227464"/>
                </a:lnTo>
                <a:lnTo>
                  <a:pt x="2806347" y="1371862"/>
                </a:lnTo>
                <a:lnTo>
                  <a:pt x="2802123" y="1516595"/>
                </a:lnTo>
                <a:lnTo>
                  <a:pt x="2783009" y="1660122"/>
                </a:lnTo>
                <a:lnTo>
                  <a:pt x="2749207" y="1800916"/>
                </a:lnTo>
                <a:lnTo>
                  <a:pt x="2701078" y="1937478"/>
                </a:lnTo>
                <a:lnTo>
                  <a:pt x="2639134" y="2068354"/>
                </a:lnTo>
                <a:lnTo>
                  <a:pt x="2564034" y="2192150"/>
                </a:lnTo>
                <a:lnTo>
                  <a:pt x="2476577" y="2307549"/>
                </a:lnTo>
                <a:lnTo>
                  <a:pt x="2377695" y="2413322"/>
                </a:lnTo>
                <a:lnTo>
                  <a:pt x="2268441" y="2508343"/>
                </a:lnTo>
                <a:lnTo>
                  <a:pt x="2149977" y="2591600"/>
                </a:lnTo>
                <a:lnTo>
                  <a:pt x="2023565" y="2662208"/>
                </a:lnTo>
                <a:lnTo>
                  <a:pt x="1890550" y="2719415"/>
                </a:lnTo>
                <a:lnTo>
                  <a:pt x="1752349" y="2762611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752349" y="2762611"/>
                </a:moveTo>
                <a:lnTo>
                  <a:pt x="1610066" y="2791392"/>
                </a:lnTo>
                <a:lnTo>
                  <a:pt x="1465571" y="2805320"/>
                </a:lnTo>
                <a:lnTo>
                  <a:pt x="1320410" y="2804247"/>
                </a:lnTo>
                <a:lnTo>
                  <a:pt x="1176137" y="2788184"/>
                </a:lnTo>
                <a:lnTo>
                  <a:pt x="1034295" y="2757303"/>
                </a:lnTo>
                <a:lnTo>
                  <a:pt x="896402" y="2711935"/>
                </a:lnTo>
                <a:lnTo>
                  <a:pt x="763933" y="2652564"/>
                </a:lnTo>
                <a:lnTo>
                  <a:pt x="638306" y="2579827"/>
                </a:lnTo>
                <a:lnTo>
                  <a:pt x="520865" y="2494502"/>
                </a:lnTo>
                <a:lnTo>
                  <a:pt x="412867" y="2397500"/>
                </a:lnTo>
                <a:lnTo>
                  <a:pt x="315468" y="2289862"/>
                </a:lnTo>
                <a:lnTo>
                  <a:pt x="229708" y="2172737"/>
                </a:lnTo>
                <a:lnTo>
                  <a:pt x="156507" y="2047380"/>
                </a:lnTo>
                <a:lnTo>
                  <a:pt x="96648" y="1915132"/>
                </a:lnTo>
                <a:lnTo>
                  <a:pt x="50770" y="1777407"/>
                </a:lnTo>
                <a:lnTo>
                  <a:pt x="19365" y="1635680"/>
                </a:lnTo>
                <a:lnTo>
                  <a:pt x="2769" y="1491467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2769" y="1491467"/>
                </a:moveTo>
                <a:lnTo>
                  <a:pt x="1122" y="1347254"/>
                </a:lnTo>
                <a:lnTo>
                  <a:pt x="14284" y="1203632"/>
                </a:lnTo>
                <a:lnTo>
                  <a:pt x="42118" y="1062121"/>
                </a:lnTo>
                <a:lnTo>
                  <a:pt x="84328" y="924213"/>
                </a:lnTo>
                <a:lnTo>
                  <a:pt x="140470" y="791366"/>
                </a:lnTo>
                <a:lnTo>
                  <a:pt x="209950" y="664982"/>
                </a:lnTo>
                <a:lnTo>
                  <a:pt x="292034" y="546397"/>
                </a:lnTo>
                <a:lnTo>
                  <a:pt x="385856" y="436863"/>
                </a:lnTo>
                <a:lnTo>
                  <a:pt x="490424" y="337537"/>
                </a:lnTo>
                <a:lnTo>
                  <a:pt x="604635" y="249467"/>
                </a:lnTo>
                <a:lnTo>
                  <a:pt x="727281" y="173585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727281" y="173585"/>
                </a:moveTo>
                <a:lnTo>
                  <a:pt x="854116" y="111943"/>
                </a:lnTo>
                <a:lnTo>
                  <a:pt x="986497" y="63341"/>
                </a:lnTo>
                <a:lnTo>
                  <a:pt x="1123087" y="28270"/>
                </a:lnTo>
                <a:lnTo>
                  <a:pt x="1262507" y="7085"/>
                </a:lnTo>
                <a:lnTo>
                  <a:pt x="1403350" y="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2322993"/>
                </a:moveTo>
                <a:lnTo>
                  <a:pt x="2550291" y="2442005"/>
                </a:lnTo>
                <a:lnTo>
                  <a:pt x="2442005" y="2550291"/>
                </a:lnTo>
                <a:lnTo>
                  <a:pt x="2322993" y="2646664"/>
                </a:lnTo>
                <a:lnTo>
                  <a:pt x="2194560" y="2730070"/>
                </a:lnTo>
                <a:lnTo>
                  <a:pt x="2058112" y="2799594"/>
                </a:lnTo>
                <a:lnTo>
                  <a:pt x="1915144" y="2854474"/>
                </a:lnTo>
                <a:lnTo>
                  <a:pt x="1767223" y="2894109"/>
                </a:lnTo>
                <a:lnTo>
                  <a:pt x="1615969" y="2918065"/>
                </a:lnTo>
                <a:lnTo>
                  <a:pt x="1463040" y="2926080"/>
                </a:lnTo>
                <a:lnTo>
                  <a:pt x="1310111" y="2918065"/>
                </a:lnTo>
                <a:lnTo>
                  <a:pt x="1158857" y="2894109"/>
                </a:lnTo>
                <a:lnTo>
                  <a:pt x="1010936" y="2854474"/>
                </a:lnTo>
                <a:lnTo>
                  <a:pt x="867968" y="2799594"/>
                </a:lnTo>
                <a:lnTo>
                  <a:pt x="731520" y="2730070"/>
                </a:lnTo>
                <a:lnTo>
                  <a:pt x="603087" y="2646664"/>
                </a:lnTo>
                <a:lnTo>
                  <a:pt x="484075" y="2550291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484075" y="2550291"/>
                </a:moveTo>
                <a:lnTo>
                  <a:pt x="375789" y="2442005"/>
                </a:lnTo>
                <a:lnTo>
                  <a:pt x="279416" y="2322993"/>
                </a:lnTo>
                <a:lnTo>
                  <a:pt x="196010" y="2194560"/>
                </a:lnTo>
                <a:lnTo>
                  <a:pt x="126486" y="2058112"/>
                </a:lnTo>
                <a:lnTo>
                  <a:pt x="71606" y="1915144"/>
                </a:lnTo>
                <a:lnTo>
                  <a:pt x="31971" y="1767223"/>
                </a:lnTo>
                <a:lnTo>
                  <a:pt x="8015" y="1615969"/>
                </a:lnTo>
                <a:lnTo>
                  <a:pt x="0" y="1463040"/>
                </a:lnTo>
                <a:lnTo>
                  <a:pt x="8015" y="1310111"/>
                </a:lnTo>
                <a:lnTo>
                  <a:pt x="31971" y="1158857"/>
                </a:lnTo>
                <a:lnTo>
                  <a:pt x="71606" y="1010936"/>
                </a:lnTo>
                <a:lnTo>
                  <a:pt x="126486" y="867968"/>
                </a:lnTo>
                <a:lnTo>
                  <a:pt x="196010" y="731520"/>
                </a:lnTo>
                <a:lnTo>
                  <a:pt x="279416" y="603087"/>
                </a:lnTo>
                <a:lnTo>
                  <a:pt x="375789" y="484075"/>
                </a:lnTo>
                <a:lnTo>
                  <a:pt x="484075" y="375789"/>
                </a:lnTo>
                <a:lnTo>
                  <a:pt x="603087" y="279416"/>
                </a:lnTo>
                <a:lnTo>
                  <a:pt x="731520" y="196010"/>
                </a:lnTo>
                <a:lnTo>
                  <a:pt x="867968" y="126486"/>
                </a:lnTo>
                <a:lnTo>
                  <a:pt x="1010936" y="71606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1010936" y="71606"/>
                </a:moveTo>
                <a:lnTo>
                  <a:pt x="1158857" y="31971"/>
                </a:lnTo>
                <a:lnTo>
                  <a:pt x="1310111" y="8015"/>
                </a:lnTo>
                <a:lnTo>
                  <a:pt x="1463040" y="0"/>
                </a:lnTo>
                <a:lnTo>
                  <a:pt x="1615969" y="8015"/>
                </a:lnTo>
                <a:lnTo>
                  <a:pt x="1767223" y="31971"/>
                </a:lnTo>
                <a:lnTo>
                  <a:pt x="1915144" y="71606"/>
                </a:lnTo>
                <a:lnTo>
                  <a:pt x="2058112" y="126486"/>
                </a:lnTo>
                <a:lnTo>
                  <a:pt x="2194560" y="196010"/>
                </a:lnTo>
                <a:lnTo>
                  <a:pt x="2322993" y="279416"/>
                </a:lnTo>
                <a:lnTo>
                  <a:pt x="2442005" y="375789"/>
                </a:lnTo>
                <a:lnTo>
                  <a:pt x="2550291" y="484075"/>
                </a:lnTo>
                <a:lnTo>
                  <a:pt x="2646664" y="603087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603087"/>
                </a:moveTo>
                <a:lnTo>
                  <a:pt x="2730070" y="731520"/>
                </a:lnTo>
                <a:lnTo>
                  <a:pt x="2799594" y="867968"/>
                </a:lnTo>
                <a:lnTo>
                  <a:pt x="2854474" y="1010936"/>
                </a:lnTo>
                <a:lnTo>
                  <a:pt x="2894109" y="1158857"/>
                </a:lnTo>
                <a:lnTo>
                  <a:pt x="2918065" y="1310111"/>
                </a:lnTo>
                <a:lnTo>
                  <a:pt x="2926080" y="1463040"/>
                </a:lnTo>
                <a:lnTo>
                  <a:pt x="2918065" y="1615969"/>
                </a:lnTo>
                <a:lnTo>
                  <a:pt x="2894109" y="1767223"/>
                </a:lnTo>
                <a:lnTo>
                  <a:pt x="2854474" y="1915144"/>
                </a:lnTo>
                <a:lnTo>
                  <a:pt x="2799594" y="2058112"/>
                </a:lnTo>
                <a:lnTo>
                  <a:pt x="2730070" y="2194560"/>
                </a:lnTo>
                <a:lnTo>
                  <a:pt x="2646664" y="2322993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08597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565623" y="1879600"/>
            <a:ext cx="347662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5616423" y="19050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208597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5306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565623" y="3505200"/>
            <a:ext cx="347662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5616423" y="35306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65623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663665" y="1857925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60919" y="2701617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607" y="3007613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6998" y="3850779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19380" y="4699599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74281" y="20679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9752" y="28807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51313" y="31517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34973" y="39645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65316" y="4777317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100253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973930" y="4145280"/>
            <a:ext cx="100253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5970118" y="3825240"/>
            <a:ext cx="100253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66306" y="3526536"/>
            <a:ext cx="100253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77742" y="3633216"/>
            <a:ext cx="100253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Shape 18"/>
          <p:cNvSpPr/>
          <p:nvPr/>
        </p:nvSpPr>
        <p:spPr>
          <a:xfrm>
            <a:off x="4973930" y="3377184"/>
            <a:ext cx="100253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" name="Shape 19"/>
          <p:cNvSpPr/>
          <p:nvPr/>
        </p:nvSpPr>
        <p:spPr>
          <a:xfrm>
            <a:off x="5970118" y="3099816"/>
            <a:ext cx="100253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Shape 20"/>
          <p:cNvSpPr/>
          <p:nvPr/>
        </p:nvSpPr>
        <p:spPr>
          <a:xfrm>
            <a:off x="6966306" y="2886456"/>
            <a:ext cx="100253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Shape 21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81147"/>
            <a:ext cx="56092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27323" y="3129153"/>
            <a:ext cx="56092" cy="744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77064" y="3177159"/>
            <a:ext cx="56092" cy="728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026806" y="3225165"/>
            <a:ext cx="56092" cy="712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76548" y="3273171"/>
            <a:ext cx="56092" cy="696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126289" y="3321177"/>
            <a:ext cx="56092" cy="6800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76031" y="3369183"/>
            <a:ext cx="56092" cy="664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225773" y="3417189"/>
            <a:ext cx="56092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75514" y="3465195"/>
            <a:ext cx="56092" cy="632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5256" y="3513201"/>
            <a:ext cx="56092" cy="616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74998" y="3561207"/>
            <a:ext cx="56092" cy="600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424739" y="3609213"/>
            <a:ext cx="56092" cy="584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74481" y="3657219"/>
            <a:ext cx="56092" cy="5680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524223" y="3705225"/>
            <a:ext cx="56092" cy="552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3964" y="3753231"/>
            <a:ext cx="56092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3706" y="3801237"/>
            <a:ext cx="56092" cy="520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73448" y="3825240"/>
            <a:ext cx="56092" cy="526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723189" y="3825240"/>
            <a:ext cx="56092" cy="554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72931" y="3825240"/>
            <a:ext cx="56092" cy="582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22673" y="3825240"/>
            <a:ext cx="56092" cy="61007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72414" y="3825240"/>
            <a:ext cx="56092" cy="638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2156" y="3825240"/>
            <a:ext cx="56092" cy="666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71898" y="3825240"/>
            <a:ext cx="56092" cy="694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021639" y="3825240"/>
            <a:ext cx="56092" cy="722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71381" y="3825240"/>
            <a:ext cx="56092" cy="750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121123" y="3825240"/>
            <a:ext cx="56092" cy="7780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70864" y="3825240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220606" y="3825240"/>
            <a:ext cx="56092" cy="834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270348" y="3825240"/>
            <a:ext cx="56092" cy="8621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20089" y="3825240"/>
            <a:ext cx="56092" cy="8901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369831" y="3825240"/>
            <a:ext cx="56092" cy="918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19573" y="3825240"/>
            <a:ext cx="56092" cy="9461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469314" y="3817239"/>
            <a:ext cx="56092" cy="938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19056" y="3801237"/>
            <a:ext cx="56092" cy="8941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68798" y="3785235"/>
            <a:ext cx="56092" cy="8501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18539" y="3769233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68281" y="3753231"/>
            <a:ext cx="56092" cy="762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18023" y="3737229"/>
            <a:ext cx="56092" cy="718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7764" y="3721227"/>
            <a:ext cx="56092" cy="674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17506" y="3705225"/>
            <a:ext cx="56092" cy="630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67248" y="3689223"/>
            <a:ext cx="56092" cy="586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16989" y="3673221"/>
            <a:ext cx="56092" cy="542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66731" y="3657219"/>
            <a:ext cx="56092" cy="498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016473" y="3641217"/>
            <a:ext cx="56092" cy="454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66214" y="3625215"/>
            <a:ext cx="56092" cy="4100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115956" y="3609213"/>
            <a:ext cx="56092" cy="3660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165698" y="3593211"/>
            <a:ext cx="56092" cy="3220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215439" y="3577209"/>
            <a:ext cx="56092" cy="278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265181" y="3541205"/>
            <a:ext cx="56092" cy="284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314923" y="3485198"/>
            <a:ext cx="56092" cy="3400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364664" y="3429191"/>
            <a:ext cx="56092" cy="3960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414406" y="3373184"/>
            <a:ext cx="56092" cy="452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464148" y="3317177"/>
            <a:ext cx="56092" cy="5080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3889" y="3261170"/>
            <a:ext cx="56092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63631" y="3205163"/>
            <a:ext cx="56092" cy="620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613373" y="3149156"/>
            <a:ext cx="56092" cy="676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663114" y="3093149"/>
            <a:ext cx="56092" cy="732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712856" y="3037142"/>
            <a:ext cx="56092" cy="788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762598" y="2981135"/>
            <a:ext cx="56092" cy="8441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12339" y="2925128"/>
            <a:ext cx="56092" cy="900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862081" y="2869121"/>
            <a:ext cx="56092" cy="9561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911823" y="2813114"/>
            <a:ext cx="56092" cy="10121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961564" y="2757107"/>
            <a:ext cx="56092" cy="1068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011306" y="2701100"/>
            <a:ext cx="56092" cy="1124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061048" y="2657094"/>
            <a:ext cx="56092" cy="11681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110789" y="2625090"/>
            <a:ext cx="56092" cy="12001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160531" y="2593086"/>
            <a:ext cx="56092" cy="12321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210273" y="2561082"/>
            <a:ext cx="56092" cy="1264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260014" y="2529078"/>
            <a:ext cx="56092" cy="12961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309756" y="2497074"/>
            <a:ext cx="56092" cy="13281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359498" y="2465070"/>
            <a:ext cx="56092" cy="13601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409239" y="2433066"/>
            <a:ext cx="56092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458981" y="2401062"/>
            <a:ext cx="56092" cy="1424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508723" y="2369058"/>
            <a:ext cx="56092" cy="1456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558464" y="2337054"/>
            <a:ext cx="56092" cy="1488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608206" y="2305050"/>
            <a:ext cx="56092" cy="1520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657948" y="2273046"/>
            <a:ext cx="56092" cy="15521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707689" y="2241042"/>
            <a:ext cx="56092" cy="1584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757431" y="2209038"/>
            <a:ext cx="56092" cy="16162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807173" y="2177034"/>
            <a:ext cx="56092" cy="16482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4805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3916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8303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741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1800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091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5298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440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4480560"/>
            <a:ext cx="1112520" cy="26009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6180000">
            <a:off x="3935641" y="454824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592168" y="3830320"/>
            <a:ext cx="695325" cy="91033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220000">
            <a:off x="4858194" y="4275059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6" name="Shape 24"/>
          <p:cNvSpPr/>
          <p:nvPr/>
        </p:nvSpPr>
        <p:spPr>
          <a:xfrm>
            <a:off x="5287493" y="3830320"/>
            <a:ext cx="1668780" cy="13004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640000">
            <a:off x="6020436" y="384059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6956273" y="2854960"/>
            <a:ext cx="973455" cy="110540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460000">
            <a:off x="7358627" y="339498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 flipV="1">
            <a:off x="7929728" y="2009648"/>
            <a:ext cx="1112520" cy="845312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3180000">
            <a:off x="8394739" y="24122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2" name="Shape 30"/>
          <p:cNvSpPr/>
          <p:nvPr/>
        </p:nvSpPr>
        <p:spPr>
          <a:xfrm>
            <a:off x="3441548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068" y="470255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49393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18173" y="392226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91628" y="28168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04148" y="19715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43148" y="43980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55668" y="46581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50993" y="37477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19773" y="387781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93228" y="27724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679028" y="192709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15214" y="2865120"/>
            <a:ext cx="0" cy="5600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5214" y="414528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28651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83662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00653" y="3425190"/>
            <a:ext cx="1029123" cy="72009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93341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78869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87696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73224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61933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47461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32989" y="28460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286348" y="1905000"/>
            <a:ext cx="0" cy="5600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86348" y="350520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54795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71786" y="2465070"/>
            <a:ext cx="1029123" cy="104013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71786" y="318516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50003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58829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44357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29885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38712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124240" y="28460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33066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18594" y="22059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004122" y="18859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71786" y="299466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157481" y="350520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57481" y="446532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925928" y="47853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642919" y="382524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642919" y="414528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35608" y="47663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921136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429963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15491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801018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09845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995373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875255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42919" y="395478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3" name="Shape 21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4" name="Shape 22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8" name="Shape 26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9" name="Shape 27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30" name="Shape 28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31" name="Shape 29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2" name="Shape 30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3" name="Shape 31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4" name="Shape 32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5" name="Shape 33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6" name="Shape 34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7" name="Shape 35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8" name="Shape 36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9" name="Shape 37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40" name="Shape 38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41" name="Shape 39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3" name="Shape 41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4" name="Shape 42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6" name="Text 44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82524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812030"/>
            <a:ext cx="0" cy="2933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51054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4198620"/>
            <a:ext cx="1029123" cy="613410"/>
          </a:xfrm>
          <a:custGeom>
            <a:avLst/>
            <a:gdLst/>
            <a:ahLst/>
            <a:cxnLst/>
            <a:rect l="l" t="t" r="r" b="b"/>
            <a:pathLst>
              <a:path w="1029123" h="613410">
                <a:moveTo>
                  <a:pt x="0" y="0"/>
                </a:moveTo>
                <a:lnTo>
                  <a:pt x="1029123" y="0"/>
                </a:lnTo>
                <a:lnTo>
                  <a:pt x="1029123" y="15496"/>
                </a:lnTo>
                <a:lnTo>
                  <a:pt x="771843" y="320040"/>
                </a:lnTo>
                <a:lnTo>
                  <a:pt x="1029123" y="613410"/>
                </a:lnTo>
                <a:lnTo>
                  <a:pt x="1029123" y="613410"/>
                </a:lnTo>
                <a:lnTo>
                  <a:pt x="0" y="613410"/>
                </a:lnTo>
                <a:lnTo>
                  <a:pt x="0" y="613410"/>
                </a:lnTo>
                <a:lnTo>
                  <a:pt x="257281" y="320040"/>
                </a:lnTo>
                <a:lnTo>
                  <a:pt x="0" y="15496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57933" y="451866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432816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291840"/>
            <a:ext cx="0" cy="4800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4491990"/>
            <a:ext cx="0" cy="18669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2918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46786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771900"/>
            <a:ext cx="1029123" cy="720090"/>
          </a:xfrm>
          <a:custGeom>
            <a:avLst/>
            <a:gdLst/>
            <a:ahLst/>
            <a:cxnLst/>
            <a:rect l="l" t="t" r="r" b="b"/>
            <a:pathLst>
              <a:path w="1029123" h="720090">
                <a:moveTo>
                  <a:pt x="0" y="0"/>
                </a:moveTo>
                <a:lnTo>
                  <a:pt x="1029123" y="0"/>
                </a:lnTo>
                <a:lnTo>
                  <a:pt x="1029123" y="69211"/>
                </a:lnTo>
                <a:lnTo>
                  <a:pt x="771843" y="426720"/>
                </a:lnTo>
                <a:lnTo>
                  <a:pt x="1029123" y="720090"/>
                </a:lnTo>
                <a:lnTo>
                  <a:pt x="1029123" y="720090"/>
                </a:lnTo>
                <a:lnTo>
                  <a:pt x="0" y="720090"/>
                </a:lnTo>
                <a:lnTo>
                  <a:pt x="0" y="720090"/>
                </a:lnTo>
                <a:lnTo>
                  <a:pt x="257281" y="426720"/>
                </a:lnTo>
                <a:lnTo>
                  <a:pt x="0" y="69211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29067" y="419862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40081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1905000"/>
            <a:ext cx="0" cy="66675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745230"/>
            <a:ext cx="0" cy="2933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40386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2571750"/>
            <a:ext cx="1029123" cy="1173480"/>
          </a:xfrm>
          <a:custGeom>
            <a:avLst/>
            <a:gdLst/>
            <a:ahLst/>
            <a:cxnLst/>
            <a:rect l="l" t="t" r="r" b="b"/>
            <a:pathLst>
              <a:path w="1029123" h="1173480">
                <a:moveTo>
                  <a:pt x="0" y="0"/>
                </a:moveTo>
                <a:lnTo>
                  <a:pt x="1029123" y="0"/>
                </a:lnTo>
                <a:lnTo>
                  <a:pt x="1029123" y="137483"/>
                </a:lnTo>
                <a:lnTo>
                  <a:pt x="771842" y="720090"/>
                </a:lnTo>
                <a:lnTo>
                  <a:pt x="1029123" y="1173480"/>
                </a:lnTo>
                <a:lnTo>
                  <a:pt x="1029123" y="1173480"/>
                </a:lnTo>
                <a:lnTo>
                  <a:pt x="0" y="1173480"/>
                </a:lnTo>
                <a:lnTo>
                  <a:pt x="0" y="1173480"/>
                </a:lnTo>
                <a:lnTo>
                  <a:pt x="257281" y="720090"/>
                </a:lnTo>
                <a:lnTo>
                  <a:pt x="0" y="13748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00200" y="329184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013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5" name="Text 33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203200" cy="2032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543148" y="5118100"/>
            <a:ext cx="203200" cy="203200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3759048" y="5118100"/>
            <a:ext cx="203200" cy="203200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3974948" y="5118100"/>
            <a:ext cx="203200" cy="2032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190848" y="5118100"/>
            <a:ext cx="203200" cy="203200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4406748" y="5118100"/>
            <a:ext cx="203200" cy="203200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4622648" y="5118100"/>
            <a:ext cx="203200" cy="203200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4838548" y="5118100"/>
            <a:ext cx="203200" cy="203200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5054448" y="5118100"/>
            <a:ext cx="203200" cy="203200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5270348" y="5118100"/>
            <a:ext cx="203200" cy="203200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248" y="5118100"/>
            <a:ext cx="203200" cy="203200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5702148" y="5118100"/>
            <a:ext cx="203200" cy="2032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5943448" y="5118100"/>
            <a:ext cx="381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DFE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D8E0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E5EA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96AEE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CFD9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DDE4F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CAD5E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E9EEF9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EEF1FA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E8EDF8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1F4FB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87A4E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ECF0F9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AEC0E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0%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50%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412023"/>
            <a:ext cx="281022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59306"/>
            <a:ext cx="288792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506589"/>
            <a:ext cx="296562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553872"/>
            <a:ext cx="304332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601155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648438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695722"/>
            <a:ext cx="327643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743005"/>
            <a:ext cx="335413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790288"/>
            <a:ext cx="343183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837571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884854"/>
            <a:ext cx="35872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932137"/>
            <a:ext cx="36649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979420"/>
            <a:ext cx="36390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3026703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3073986"/>
            <a:ext cx="338003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3121269"/>
            <a:ext cx="325053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3168552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3215835"/>
            <a:ext cx="29915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3263118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3310402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3357685"/>
            <a:ext cx="260301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3404968"/>
            <a:ext cx="247351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3452251"/>
            <a:ext cx="234401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3499534"/>
            <a:ext cx="22145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546817"/>
            <a:ext cx="208500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594100"/>
            <a:ext cx="20668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641383"/>
            <a:ext cx="21601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688666"/>
            <a:ext cx="225335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735949"/>
            <a:ext cx="234660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783232"/>
            <a:ext cx="24398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830515"/>
            <a:ext cx="253308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877798"/>
            <a:ext cx="26263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925082"/>
            <a:ext cx="271957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972365"/>
            <a:ext cx="281281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4019648"/>
            <a:ext cx="290605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4066931"/>
            <a:ext cx="299929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4114214"/>
            <a:ext cx="309254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4161497"/>
            <a:ext cx="31857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4208780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4256063"/>
            <a:ext cx="313139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4303346"/>
            <a:ext cx="306405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4350629"/>
            <a:ext cx="29967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4397912"/>
            <a:ext cx="292936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4445195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4492478"/>
            <a:ext cx="27946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4539762"/>
            <a:ext cx="27273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4587045"/>
            <a:ext cx="265999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4634328"/>
            <a:ext cx="259265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4681611"/>
            <a:ext cx="25253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4728894"/>
            <a:ext cx="24579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4776177"/>
            <a:ext cx="2390632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362029" y="2364740"/>
            <a:ext cx="16705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6439731" y="2412023"/>
            <a:ext cx="16446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6517433" y="2459306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6595135" y="2506589"/>
            <a:ext cx="15928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6672837" y="2553872"/>
            <a:ext cx="15669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0539" y="2601155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6828241" y="2648438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6905943" y="2695722"/>
            <a:ext cx="14892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6983645" y="2743005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7061347" y="2790288"/>
            <a:ext cx="14374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7139049" y="2837571"/>
            <a:ext cx="14115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7216751" y="2884854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9" name="Shape 87"/>
          <p:cNvSpPr/>
          <p:nvPr/>
        </p:nvSpPr>
        <p:spPr>
          <a:xfrm>
            <a:off x="7294453" y="2932137"/>
            <a:ext cx="135978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0" name="Shape 88"/>
          <p:cNvSpPr/>
          <p:nvPr/>
        </p:nvSpPr>
        <p:spPr>
          <a:xfrm>
            <a:off x="7268552" y="2979420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9049" y="3026703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2" name="Shape 90"/>
          <p:cNvSpPr/>
          <p:nvPr/>
        </p:nvSpPr>
        <p:spPr>
          <a:xfrm>
            <a:off x="7009545" y="3073986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3" name="Shape 91"/>
          <p:cNvSpPr/>
          <p:nvPr/>
        </p:nvSpPr>
        <p:spPr>
          <a:xfrm>
            <a:off x="6880042" y="3121269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4" name="Shape 92"/>
          <p:cNvSpPr/>
          <p:nvPr/>
        </p:nvSpPr>
        <p:spPr>
          <a:xfrm>
            <a:off x="6750539" y="3168552"/>
            <a:ext cx="169649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5" name="Shape 93"/>
          <p:cNvSpPr/>
          <p:nvPr/>
        </p:nvSpPr>
        <p:spPr>
          <a:xfrm>
            <a:off x="6621035" y="3215835"/>
            <a:ext cx="177419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6491532" y="3263118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6362029" y="3310402"/>
            <a:ext cx="192960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6232525" y="3357685"/>
            <a:ext cx="200730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6103022" y="3404968"/>
            <a:ext cx="208500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5973519" y="3452251"/>
            <a:ext cx="216270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44015" y="3499534"/>
            <a:ext cx="224040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714512" y="3546817"/>
            <a:ext cx="231811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696381" y="3594100"/>
            <a:ext cx="23232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789624" y="3641383"/>
            <a:ext cx="225594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882866" y="3688666"/>
            <a:ext cx="218860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976109" y="3735949"/>
            <a:ext cx="212126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069351" y="3783232"/>
            <a:ext cx="205392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162593" y="3830515"/>
            <a:ext cx="198658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255836" y="3877798"/>
            <a:ext cx="191924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349078" y="3925082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442321" y="3972365"/>
            <a:ext cx="178455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35563" y="4019648"/>
            <a:ext cx="171721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28806" y="4066931"/>
            <a:ext cx="164987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722048" y="4114214"/>
            <a:ext cx="158253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815290" y="4161497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828241" y="4208780"/>
            <a:ext cx="150223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760899" y="4256063"/>
            <a:ext cx="154368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693557" y="4303346"/>
            <a:ext cx="158512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626215" y="4350629"/>
            <a:ext cx="162656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558874" y="4397912"/>
            <a:ext cx="166800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491532" y="4445195"/>
            <a:ext cx="170944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424190" y="4492478"/>
            <a:ext cx="17508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356848" y="4539762"/>
            <a:ext cx="179232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289507" y="4587045"/>
            <a:ext cx="183376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222165" y="4634328"/>
            <a:ext cx="187520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154823" y="4681611"/>
            <a:ext cx="191665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087481" y="4728894"/>
            <a:ext cx="19580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020140" y="4776177"/>
            <a:ext cx="1999532" cy="53633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43348" y="2616200"/>
            <a:ext cx="1905000" cy="1905000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52500" y="0"/>
                </a:moveTo>
                <a:lnTo>
                  <a:pt x="1050887" y="5095"/>
                </a:lnTo>
                <a:lnTo>
                  <a:pt x="1148221" y="20325"/>
                </a:lnTo>
                <a:lnTo>
                  <a:pt x="1243462" y="45528"/>
                </a:lnTo>
                <a:lnTo>
                  <a:pt x="1335590" y="80434"/>
                </a:lnTo>
                <a:lnTo>
                  <a:pt x="1423619" y="124670"/>
                </a:lnTo>
                <a:lnTo>
                  <a:pt x="1506609" y="177762"/>
                </a:lnTo>
                <a:lnTo>
                  <a:pt x="1583670" y="239141"/>
                </a:lnTo>
                <a:lnTo>
                  <a:pt x="1653979" y="308153"/>
                </a:lnTo>
                <a:lnTo>
                  <a:pt x="1716784" y="384058"/>
                </a:lnTo>
                <a:lnTo>
                  <a:pt x="1771412" y="466044"/>
                </a:lnTo>
                <a:lnTo>
                  <a:pt x="1817279" y="553234"/>
                </a:lnTo>
                <a:lnTo>
                  <a:pt x="1853895" y="644696"/>
                </a:lnTo>
                <a:lnTo>
                  <a:pt x="1880868" y="739451"/>
                </a:lnTo>
                <a:lnTo>
                  <a:pt x="1897908" y="836485"/>
                </a:lnTo>
                <a:lnTo>
                  <a:pt x="1904835" y="934760"/>
                </a:lnTo>
                <a:lnTo>
                  <a:pt x="1901573" y="1033225"/>
                </a:lnTo>
                <a:lnTo>
                  <a:pt x="1888158" y="1130826"/>
                </a:lnTo>
                <a:lnTo>
                  <a:pt x="1864733" y="1226519"/>
                </a:lnTo>
                <a:lnTo>
                  <a:pt x="1831549" y="1319281"/>
                </a:lnTo>
                <a:lnTo>
                  <a:pt x="1788961" y="1408119"/>
                </a:lnTo>
                <a:lnTo>
                  <a:pt x="1737424" y="1492083"/>
                </a:lnTo>
                <a:lnTo>
                  <a:pt x="1677490" y="1570274"/>
                </a:lnTo>
                <a:lnTo>
                  <a:pt x="1609800" y="1641857"/>
                </a:lnTo>
                <a:lnTo>
                  <a:pt x="1303060" y="1320157"/>
                </a:lnTo>
                <a:lnTo>
                  <a:pt x="1339162" y="1281980"/>
                </a:lnTo>
                <a:lnTo>
                  <a:pt x="1371126" y="1240278"/>
                </a:lnTo>
                <a:lnTo>
                  <a:pt x="1398613" y="1195497"/>
                </a:lnTo>
                <a:lnTo>
                  <a:pt x="1421326" y="1148117"/>
                </a:lnTo>
                <a:lnTo>
                  <a:pt x="1439024" y="1098644"/>
                </a:lnTo>
                <a:lnTo>
                  <a:pt x="1451518" y="1047607"/>
                </a:lnTo>
                <a:lnTo>
                  <a:pt x="1458672" y="995553"/>
                </a:lnTo>
                <a:lnTo>
                  <a:pt x="1460412" y="943039"/>
                </a:lnTo>
                <a:lnTo>
                  <a:pt x="1456718" y="890625"/>
                </a:lnTo>
                <a:lnTo>
                  <a:pt x="1447629" y="838874"/>
                </a:lnTo>
                <a:lnTo>
                  <a:pt x="1433244" y="788338"/>
                </a:lnTo>
                <a:lnTo>
                  <a:pt x="1413716" y="739558"/>
                </a:lnTo>
                <a:lnTo>
                  <a:pt x="1389253" y="693057"/>
                </a:lnTo>
                <a:lnTo>
                  <a:pt x="1360118" y="649331"/>
                </a:lnTo>
                <a:lnTo>
                  <a:pt x="1326622" y="608848"/>
                </a:lnTo>
                <a:lnTo>
                  <a:pt x="1289124" y="572042"/>
                </a:lnTo>
                <a:lnTo>
                  <a:pt x="1248025" y="539306"/>
                </a:lnTo>
                <a:lnTo>
                  <a:pt x="1203764" y="510991"/>
                </a:lnTo>
                <a:lnTo>
                  <a:pt x="1156815" y="487398"/>
                </a:lnTo>
                <a:lnTo>
                  <a:pt x="1107680" y="468782"/>
                </a:lnTo>
                <a:lnTo>
                  <a:pt x="1056885" y="455340"/>
                </a:lnTo>
                <a:lnTo>
                  <a:pt x="1004973" y="447217"/>
                </a:lnTo>
                <a:lnTo>
                  <a:pt x="952500" y="4445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31802" y="3208393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1587500" y="0"/>
                </a:moveTo>
                <a:lnTo>
                  <a:pt x="1752072" y="8553"/>
                </a:lnTo>
                <a:lnTo>
                  <a:pt x="1914872" y="34122"/>
                </a:lnTo>
                <a:lnTo>
                  <a:pt x="2074143" y="76429"/>
                </a:lnTo>
                <a:lnTo>
                  <a:pt x="2228170" y="135020"/>
                </a:lnTo>
                <a:lnTo>
                  <a:pt x="2375293" y="209263"/>
                </a:lnTo>
                <a:lnTo>
                  <a:pt x="2513927" y="298357"/>
                </a:lnTo>
                <a:lnTo>
                  <a:pt x="2642578" y="401344"/>
                </a:lnTo>
                <a:lnTo>
                  <a:pt x="2759860" y="517113"/>
                </a:lnTo>
                <a:lnTo>
                  <a:pt x="2864508" y="644416"/>
                </a:lnTo>
                <a:lnTo>
                  <a:pt x="2955394" y="781882"/>
                </a:lnTo>
                <a:lnTo>
                  <a:pt x="3031541" y="928029"/>
                </a:lnTo>
                <a:lnTo>
                  <a:pt x="2453924" y="1191817"/>
                </a:lnTo>
                <a:lnTo>
                  <a:pt x="2408237" y="1104129"/>
                </a:lnTo>
                <a:lnTo>
                  <a:pt x="2353705" y="1021649"/>
                </a:lnTo>
                <a:lnTo>
                  <a:pt x="2290916" y="945268"/>
                </a:lnTo>
                <a:lnTo>
                  <a:pt x="2220547" y="875806"/>
                </a:lnTo>
                <a:lnTo>
                  <a:pt x="2143356" y="814014"/>
                </a:lnTo>
                <a:lnTo>
                  <a:pt x="2060176" y="760558"/>
                </a:lnTo>
                <a:lnTo>
                  <a:pt x="1971902" y="716012"/>
                </a:lnTo>
                <a:lnTo>
                  <a:pt x="1879486" y="680858"/>
                </a:lnTo>
                <a:lnTo>
                  <a:pt x="1783923" y="655473"/>
                </a:lnTo>
                <a:lnTo>
                  <a:pt x="1686243" y="640132"/>
                </a:lnTo>
                <a:lnTo>
                  <a:pt x="1587500" y="63500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02178" y="2069523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3031541" y="928029"/>
                </a:moveTo>
                <a:lnTo>
                  <a:pt x="3087689" y="1068280"/>
                </a:lnTo>
                <a:lnTo>
                  <a:pt x="3130251" y="1213233"/>
                </a:lnTo>
                <a:lnTo>
                  <a:pt x="3158842" y="1361575"/>
                </a:lnTo>
                <a:lnTo>
                  <a:pt x="3173202" y="1511964"/>
                </a:lnTo>
                <a:lnTo>
                  <a:pt x="3173202" y="1663036"/>
                </a:lnTo>
                <a:lnTo>
                  <a:pt x="3158842" y="1813425"/>
                </a:lnTo>
                <a:lnTo>
                  <a:pt x="3130251" y="1961767"/>
                </a:lnTo>
                <a:lnTo>
                  <a:pt x="3087689" y="2106720"/>
                </a:lnTo>
                <a:lnTo>
                  <a:pt x="2487613" y="1899032"/>
                </a:lnTo>
                <a:lnTo>
                  <a:pt x="2513151" y="1812060"/>
                </a:lnTo>
                <a:lnTo>
                  <a:pt x="2530305" y="1723055"/>
                </a:lnTo>
                <a:lnTo>
                  <a:pt x="2538921" y="1632822"/>
                </a:lnTo>
                <a:lnTo>
                  <a:pt x="2538921" y="1542178"/>
                </a:lnTo>
                <a:lnTo>
                  <a:pt x="2530305" y="1451945"/>
                </a:lnTo>
                <a:lnTo>
                  <a:pt x="2513151" y="1362940"/>
                </a:lnTo>
                <a:lnTo>
                  <a:pt x="2487613" y="1275968"/>
                </a:lnTo>
                <a:lnTo>
                  <a:pt x="2453924" y="1191817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0349" y="3400034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3087689" y="2106720"/>
                </a:moveTo>
                <a:lnTo>
                  <a:pt x="3031541" y="2246971"/>
                </a:lnTo>
                <a:lnTo>
                  <a:pt x="2962315" y="2381250"/>
                </a:lnTo>
                <a:lnTo>
                  <a:pt x="2880639" y="2508340"/>
                </a:lnTo>
                <a:lnTo>
                  <a:pt x="2787252" y="2627091"/>
                </a:lnTo>
                <a:lnTo>
                  <a:pt x="2683000" y="2736428"/>
                </a:lnTo>
                <a:lnTo>
                  <a:pt x="2244800" y="2276857"/>
                </a:lnTo>
                <a:lnTo>
                  <a:pt x="2307351" y="2211255"/>
                </a:lnTo>
                <a:lnTo>
                  <a:pt x="2363384" y="2140004"/>
                </a:lnTo>
                <a:lnTo>
                  <a:pt x="2412389" y="2063750"/>
                </a:lnTo>
                <a:lnTo>
                  <a:pt x="2453924" y="1983183"/>
                </a:lnTo>
                <a:lnTo>
                  <a:pt x="2487613" y="1899032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06125" y="4386130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143348" y="2616200"/>
            <a:ext cx="1905000" cy="1905000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1609800" y="1641857"/>
                </a:moveTo>
                <a:lnTo>
                  <a:pt x="1535338" y="1705863"/>
                </a:lnTo>
                <a:lnTo>
                  <a:pt x="1454682" y="1761863"/>
                </a:lnTo>
                <a:lnTo>
                  <a:pt x="1368690" y="1809263"/>
                </a:lnTo>
                <a:lnTo>
                  <a:pt x="1278274" y="1847557"/>
                </a:lnTo>
                <a:lnTo>
                  <a:pt x="1184397" y="1876340"/>
                </a:lnTo>
                <a:lnTo>
                  <a:pt x="1088055" y="1895305"/>
                </a:lnTo>
                <a:lnTo>
                  <a:pt x="990273" y="1904251"/>
                </a:lnTo>
                <a:lnTo>
                  <a:pt x="892089" y="1903082"/>
                </a:lnTo>
                <a:lnTo>
                  <a:pt x="794547" y="1891812"/>
                </a:lnTo>
                <a:lnTo>
                  <a:pt x="698684" y="1870560"/>
                </a:lnTo>
                <a:lnTo>
                  <a:pt x="605518" y="1839551"/>
                </a:lnTo>
                <a:lnTo>
                  <a:pt x="516039" y="1799116"/>
                </a:lnTo>
                <a:lnTo>
                  <a:pt x="431199" y="1749683"/>
                </a:lnTo>
                <a:lnTo>
                  <a:pt x="351899" y="1691780"/>
                </a:lnTo>
                <a:lnTo>
                  <a:pt x="278981" y="1626019"/>
                </a:lnTo>
                <a:lnTo>
                  <a:pt x="213220" y="1553101"/>
                </a:lnTo>
                <a:lnTo>
                  <a:pt x="155317" y="1473801"/>
                </a:lnTo>
                <a:lnTo>
                  <a:pt x="105884" y="1388961"/>
                </a:lnTo>
                <a:lnTo>
                  <a:pt x="65449" y="1299482"/>
                </a:lnTo>
                <a:lnTo>
                  <a:pt x="34440" y="1206316"/>
                </a:lnTo>
                <a:lnTo>
                  <a:pt x="13188" y="1110453"/>
                </a:lnTo>
                <a:lnTo>
                  <a:pt x="1918" y="1012911"/>
                </a:lnTo>
                <a:lnTo>
                  <a:pt x="749" y="914727"/>
                </a:lnTo>
                <a:lnTo>
                  <a:pt x="9695" y="816945"/>
                </a:lnTo>
                <a:lnTo>
                  <a:pt x="449671" y="880204"/>
                </a:lnTo>
                <a:lnTo>
                  <a:pt x="444900" y="932355"/>
                </a:lnTo>
                <a:lnTo>
                  <a:pt x="445523" y="984719"/>
                </a:lnTo>
                <a:lnTo>
                  <a:pt x="451534" y="1036742"/>
                </a:lnTo>
                <a:lnTo>
                  <a:pt x="462868" y="1087869"/>
                </a:lnTo>
                <a:lnTo>
                  <a:pt x="479406" y="1137557"/>
                </a:lnTo>
                <a:lnTo>
                  <a:pt x="500972" y="1185279"/>
                </a:lnTo>
                <a:lnTo>
                  <a:pt x="527335" y="1230527"/>
                </a:lnTo>
                <a:lnTo>
                  <a:pt x="558218" y="1272821"/>
                </a:lnTo>
                <a:lnTo>
                  <a:pt x="593290" y="1311710"/>
                </a:lnTo>
                <a:lnTo>
                  <a:pt x="632179" y="1346782"/>
                </a:lnTo>
                <a:lnTo>
                  <a:pt x="674473" y="1377665"/>
                </a:lnTo>
                <a:lnTo>
                  <a:pt x="719721" y="1404028"/>
                </a:lnTo>
                <a:lnTo>
                  <a:pt x="767443" y="1425594"/>
                </a:lnTo>
                <a:lnTo>
                  <a:pt x="817131" y="1442132"/>
                </a:lnTo>
                <a:lnTo>
                  <a:pt x="868258" y="1453466"/>
                </a:lnTo>
                <a:lnTo>
                  <a:pt x="920281" y="1459477"/>
                </a:lnTo>
                <a:lnTo>
                  <a:pt x="972645" y="1460100"/>
                </a:lnTo>
                <a:lnTo>
                  <a:pt x="1024796" y="1455329"/>
                </a:lnTo>
                <a:lnTo>
                  <a:pt x="1076178" y="1445215"/>
                </a:lnTo>
                <a:lnTo>
                  <a:pt x="1126246" y="1429864"/>
                </a:lnTo>
                <a:lnTo>
                  <a:pt x="1174468" y="1409440"/>
                </a:lnTo>
                <a:lnTo>
                  <a:pt x="1220331" y="1384161"/>
                </a:lnTo>
                <a:lnTo>
                  <a:pt x="1263347" y="1354294"/>
                </a:lnTo>
                <a:lnTo>
                  <a:pt x="1303060" y="132015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02656" y="4128872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2683000" y="2736428"/>
                </a:moveTo>
                <a:lnTo>
                  <a:pt x="2560888" y="2841562"/>
                </a:lnTo>
                <a:lnTo>
                  <a:pt x="2428747" y="2933776"/>
                </a:lnTo>
                <a:lnTo>
                  <a:pt x="2287938" y="3012120"/>
                </a:lnTo>
                <a:lnTo>
                  <a:pt x="2139914" y="3075786"/>
                </a:lnTo>
                <a:lnTo>
                  <a:pt x="1986197" y="3124119"/>
                </a:lnTo>
                <a:lnTo>
                  <a:pt x="1828373" y="3156620"/>
                </a:lnTo>
                <a:lnTo>
                  <a:pt x="1668068" y="3172954"/>
                </a:lnTo>
                <a:lnTo>
                  <a:pt x="1506932" y="3172954"/>
                </a:lnTo>
                <a:lnTo>
                  <a:pt x="1346627" y="3156620"/>
                </a:lnTo>
                <a:lnTo>
                  <a:pt x="1188803" y="3124119"/>
                </a:lnTo>
                <a:lnTo>
                  <a:pt x="1035086" y="3075786"/>
                </a:lnTo>
                <a:lnTo>
                  <a:pt x="887062" y="3012120"/>
                </a:lnTo>
                <a:lnTo>
                  <a:pt x="746253" y="2933776"/>
                </a:lnTo>
                <a:lnTo>
                  <a:pt x="614112" y="2841562"/>
                </a:lnTo>
                <a:lnTo>
                  <a:pt x="492000" y="2736428"/>
                </a:lnTo>
                <a:lnTo>
                  <a:pt x="930200" y="2276857"/>
                </a:lnTo>
                <a:lnTo>
                  <a:pt x="1003467" y="2339937"/>
                </a:lnTo>
                <a:lnTo>
                  <a:pt x="1082752" y="2395266"/>
                </a:lnTo>
                <a:lnTo>
                  <a:pt x="1167237" y="2442272"/>
                </a:lnTo>
                <a:lnTo>
                  <a:pt x="1256052" y="2480472"/>
                </a:lnTo>
                <a:lnTo>
                  <a:pt x="1348282" y="2509471"/>
                </a:lnTo>
                <a:lnTo>
                  <a:pt x="1442976" y="2528972"/>
                </a:lnTo>
                <a:lnTo>
                  <a:pt x="1539159" y="2538773"/>
                </a:lnTo>
                <a:lnTo>
                  <a:pt x="1635841" y="2538773"/>
                </a:lnTo>
                <a:lnTo>
                  <a:pt x="1732024" y="2528972"/>
                </a:lnTo>
                <a:lnTo>
                  <a:pt x="1826718" y="2509471"/>
                </a:lnTo>
                <a:lnTo>
                  <a:pt x="1918948" y="2480472"/>
                </a:lnTo>
                <a:lnTo>
                  <a:pt x="2007763" y="2442272"/>
                </a:lnTo>
                <a:lnTo>
                  <a:pt x="2092248" y="2395266"/>
                </a:lnTo>
                <a:lnTo>
                  <a:pt x="2171533" y="2339937"/>
                </a:lnTo>
                <a:lnTo>
                  <a:pt x="2244800" y="2276857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1562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492000" y="2736428"/>
                </a:moveTo>
                <a:lnTo>
                  <a:pt x="387748" y="2627091"/>
                </a:lnTo>
                <a:lnTo>
                  <a:pt x="294361" y="2508340"/>
                </a:lnTo>
                <a:lnTo>
                  <a:pt x="212685" y="2381250"/>
                </a:lnTo>
                <a:lnTo>
                  <a:pt x="143459" y="2246971"/>
                </a:lnTo>
                <a:lnTo>
                  <a:pt x="87311" y="2106720"/>
                </a:lnTo>
                <a:lnTo>
                  <a:pt x="44749" y="1961767"/>
                </a:lnTo>
                <a:lnTo>
                  <a:pt x="16158" y="1813425"/>
                </a:lnTo>
                <a:lnTo>
                  <a:pt x="1798" y="1663036"/>
                </a:lnTo>
                <a:lnTo>
                  <a:pt x="1798" y="1511964"/>
                </a:lnTo>
                <a:lnTo>
                  <a:pt x="16158" y="1361575"/>
                </a:lnTo>
                <a:lnTo>
                  <a:pt x="644695" y="1451945"/>
                </a:lnTo>
                <a:lnTo>
                  <a:pt x="636079" y="1542178"/>
                </a:lnTo>
                <a:lnTo>
                  <a:pt x="636079" y="1632822"/>
                </a:lnTo>
                <a:lnTo>
                  <a:pt x="644695" y="1723055"/>
                </a:lnTo>
                <a:lnTo>
                  <a:pt x="661849" y="1812060"/>
                </a:lnTo>
                <a:lnTo>
                  <a:pt x="687387" y="1899032"/>
                </a:lnTo>
                <a:lnTo>
                  <a:pt x="721076" y="1983183"/>
                </a:lnTo>
                <a:lnTo>
                  <a:pt x="762611" y="2063750"/>
                </a:lnTo>
                <a:lnTo>
                  <a:pt x="811616" y="2140004"/>
                </a:lnTo>
                <a:lnTo>
                  <a:pt x="867649" y="2211255"/>
                </a:lnTo>
                <a:lnTo>
                  <a:pt x="930200" y="2276857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94504" y="4028097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143348" y="2616200"/>
            <a:ext cx="1905000" cy="1905000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9695" y="816945"/>
                </a:moveTo>
                <a:lnTo>
                  <a:pt x="28398" y="721650"/>
                </a:lnTo>
                <a:lnTo>
                  <a:pt x="56707" y="628755"/>
                </a:lnTo>
                <a:lnTo>
                  <a:pt x="94327" y="539226"/>
                </a:lnTo>
                <a:lnTo>
                  <a:pt x="140868" y="453992"/>
                </a:lnTo>
                <a:lnTo>
                  <a:pt x="195846" y="373940"/>
                </a:lnTo>
                <a:lnTo>
                  <a:pt x="258690" y="299903"/>
                </a:lnTo>
                <a:lnTo>
                  <a:pt x="328745" y="232649"/>
                </a:lnTo>
                <a:lnTo>
                  <a:pt x="405285" y="172877"/>
                </a:lnTo>
                <a:lnTo>
                  <a:pt x="487512" y="121210"/>
                </a:lnTo>
                <a:lnTo>
                  <a:pt x="574573" y="78184"/>
                </a:lnTo>
                <a:lnTo>
                  <a:pt x="665563" y="44247"/>
                </a:lnTo>
                <a:lnTo>
                  <a:pt x="759535" y="19751"/>
                </a:lnTo>
                <a:lnTo>
                  <a:pt x="855514" y="4951"/>
                </a:lnTo>
                <a:lnTo>
                  <a:pt x="952500" y="0"/>
                </a:lnTo>
                <a:lnTo>
                  <a:pt x="952500" y="444500"/>
                </a:lnTo>
                <a:lnTo>
                  <a:pt x="900774" y="447140"/>
                </a:lnTo>
                <a:lnTo>
                  <a:pt x="849586" y="455034"/>
                </a:lnTo>
                <a:lnTo>
                  <a:pt x="799467" y="468098"/>
                </a:lnTo>
                <a:lnTo>
                  <a:pt x="750939" y="486198"/>
                </a:lnTo>
                <a:lnTo>
                  <a:pt x="704506" y="509145"/>
                </a:lnTo>
                <a:lnTo>
                  <a:pt x="660652" y="536701"/>
                </a:lnTo>
                <a:lnTo>
                  <a:pt x="619831" y="568579"/>
                </a:lnTo>
                <a:lnTo>
                  <a:pt x="582468" y="604448"/>
                </a:lnTo>
                <a:lnTo>
                  <a:pt x="548951" y="643935"/>
                </a:lnTo>
                <a:lnTo>
                  <a:pt x="519630" y="686629"/>
                </a:lnTo>
                <a:lnTo>
                  <a:pt x="494808" y="732087"/>
                </a:lnTo>
                <a:lnTo>
                  <a:pt x="474744" y="779836"/>
                </a:lnTo>
                <a:lnTo>
                  <a:pt x="459646" y="829380"/>
                </a:lnTo>
                <a:lnTo>
                  <a:pt x="449671" y="88020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75650" y="2927914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16158" y="1361575"/>
                </a:moveTo>
                <a:lnTo>
                  <a:pt x="44749" y="1213233"/>
                </a:lnTo>
                <a:lnTo>
                  <a:pt x="87311" y="1068280"/>
                </a:lnTo>
                <a:lnTo>
                  <a:pt x="143459" y="928029"/>
                </a:lnTo>
                <a:lnTo>
                  <a:pt x="212685" y="793750"/>
                </a:lnTo>
                <a:lnTo>
                  <a:pt x="294361" y="666660"/>
                </a:lnTo>
                <a:lnTo>
                  <a:pt x="387748" y="547909"/>
                </a:lnTo>
                <a:lnTo>
                  <a:pt x="492000" y="438572"/>
                </a:lnTo>
                <a:lnTo>
                  <a:pt x="606173" y="339641"/>
                </a:lnTo>
                <a:lnTo>
                  <a:pt x="729233" y="252010"/>
                </a:lnTo>
                <a:lnTo>
                  <a:pt x="1072540" y="786206"/>
                </a:lnTo>
                <a:lnTo>
                  <a:pt x="998704" y="838784"/>
                </a:lnTo>
                <a:lnTo>
                  <a:pt x="930200" y="898143"/>
                </a:lnTo>
                <a:lnTo>
                  <a:pt x="867649" y="963745"/>
                </a:lnTo>
                <a:lnTo>
                  <a:pt x="811616" y="1034996"/>
                </a:lnTo>
                <a:lnTo>
                  <a:pt x="762611" y="1111250"/>
                </a:lnTo>
                <a:lnTo>
                  <a:pt x="721076" y="1191817"/>
                </a:lnTo>
                <a:lnTo>
                  <a:pt x="687387" y="1275968"/>
                </a:lnTo>
                <a:lnTo>
                  <a:pt x="661849" y="1362940"/>
                </a:lnTo>
                <a:lnTo>
                  <a:pt x="644695" y="145194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43305" y="257347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08348" y="1981200"/>
            <a:ext cx="3175000" cy="3175000"/>
          </a:xfrm>
          <a:custGeom>
            <a:avLst/>
            <a:gdLst/>
            <a:ahLst/>
            <a:cxnLst/>
            <a:rect l="l" t="t" r="r" b="b"/>
            <a:pathLst>
              <a:path w="3175000" h="3175000">
                <a:moveTo>
                  <a:pt x="729233" y="252010"/>
                </a:moveTo>
                <a:lnTo>
                  <a:pt x="860065" y="176474"/>
                </a:lnTo>
                <a:lnTo>
                  <a:pt x="997486" y="113716"/>
                </a:lnTo>
                <a:lnTo>
                  <a:pt x="1140250" y="64305"/>
                </a:lnTo>
                <a:lnTo>
                  <a:pt x="1287064" y="28688"/>
                </a:lnTo>
                <a:lnTo>
                  <a:pt x="1436599" y="7188"/>
                </a:lnTo>
                <a:lnTo>
                  <a:pt x="1587500" y="0"/>
                </a:lnTo>
                <a:lnTo>
                  <a:pt x="1587500" y="635000"/>
                </a:lnTo>
                <a:lnTo>
                  <a:pt x="1496959" y="639313"/>
                </a:lnTo>
                <a:lnTo>
                  <a:pt x="1407238" y="652213"/>
                </a:lnTo>
                <a:lnTo>
                  <a:pt x="1319150" y="673583"/>
                </a:lnTo>
                <a:lnTo>
                  <a:pt x="1233492" y="703230"/>
                </a:lnTo>
                <a:lnTo>
                  <a:pt x="1151039" y="740884"/>
                </a:lnTo>
                <a:lnTo>
                  <a:pt x="1072540" y="786206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06407" y="187130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3611880"/>
            <a:ext cx="28067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75844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97180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4508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97180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33172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4508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1183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4508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4508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758440"/>
            <a:ext cx="280670" cy="64008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7584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971800"/>
            <a:ext cx="28067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11836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33172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19050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33172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1183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4508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15214" y="2407290"/>
            <a:ext cx="0" cy="144904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5214" y="2842003"/>
            <a:ext cx="0" cy="144904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240729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83662" y="2986908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00653" y="2552195"/>
            <a:ext cx="1029123" cy="289809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00653" y="2697099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00653" y="2506599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696642"/>
            <a:ext cx="0" cy="16024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177387"/>
            <a:ext cx="0" cy="16024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69664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33763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856891"/>
            <a:ext cx="1029123" cy="320497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3017139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71786" y="2826639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157481" y="2596482"/>
            <a:ext cx="0" cy="47036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57481" y="4007565"/>
            <a:ext cx="0" cy="47036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25964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447792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42919" y="3066843"/>
            <a:ext cx="1029123" cy="94072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537204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42919" y="3346704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custGeom>
            <a:avLst/>
            <a:gdLst/>
            <a:ahLst/>
            <a:cxnLst/>
            <a:rect l="l" t="t" r="r" b="b"/>
            <a:pathLst>
              <a:path w="3225800" h="3225800">
                <a:moveTo>
                  <a:pt x="1612900" y="0"/>
                </a:moveTo>
                <a:lnTo>
                  <a:pt x="1781494" y="8836"/>
                </a:lnTo>
                <a:lnTo>
                  <a:pt x="1948241" y="35246"/>
                </a:lnTo>
                <a:lnTo>
                  <a:pt x="2111314" y="78941"/>
                </a:lnTo>
                <a:lnTo>
                  <a:pt x="2268926" y="139443"/>
                </a:lnTo>
                <a:lnTo>
                  <a:pt x="2419350" y="216088"/>
                </a:lnTo>
                <a:lnTo>
                  <a:pt x="2560939" y="308036"/>
                </a:lnTo>
                <a:lnTo>
                  <a:pt x="2692141" y="414282"/>
                </a:lnTo>
                <a:lnTo>
                  <a:pt x="2811518" y="533659"/>
                </a:lnTo>
                <a:lnTo>
                  <a:pt x="2917764" y="664861"/>
                </a:lnTo>
                <a:lnTo>
                  <a:pt x="3009712" y="806450"/>
                </a:lnTo>
                <a:lnTo>
                  <a:pt x="3086357" y="956874"/>
                </a:lnTo>
                <a:lnTo>
                  <a:pt x="3146859" y="1114486"/>
                </a:lnTo>
                <a:lnTo>
                  <a:pt x="3190554" y="1277559"/>
                </a:lnTo>
                <a:lnTo>
                  <a:pt x="3216964" y="1444306"/>
                </a:lnTo>
                <a:lnTo>
                  <a:pt x="3225800" y="1612900"/>
                </a:lnTo>
                <a:lnTo>
                  <a:pt x="3216964" y="1781494"/>
                </a:lnTo>
                <a:lnTo>
                  <a:pt x="3190554" y="1948241"/>
                </a:lnTo>
                <a:lnTo>
                  <a:pt x="3146859" y="2111314"/>
                </a:lnTo>
                <a:lnTo>
                  <a:pt x="3086357" y="2268926"/>
                </a:lnTo>
                <a:lnTo>
                  <a:pt x="3009712" y="2419350"/>
                </a:lnTo>
                <a:lnTo>
                  <a:pt x="2917764" y="2560939"/>
                </a:lnTo>
                <a:lnTo>
                  <a:pt x="2811518" y="2692141"/>
                </a:lnTo>
                <a:lnTo>
                  <a:pt x="2692141" y="2811518"/>
                </a:lnTo>
                <a:lnTo>
                  <a:pt x="2560939" y="2917764"/>
                </a:lnTo>
                <a:lnTo>
                  <a:pt x="2419350" y="3009712"/>
                </a:lnTo>
                <a:lnTo>
                  <a:pt x="2268926" y="3086357"/>
                </a:lnTo>
                <a:lnTo>
                  <a:pt x="2111314" y="3146859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custGeom>
            <a:avLst/>
            <a:gdLst/>
            <a:ahLst/>
            <a:cxnLst/>
            <a:rect l="l" t="t" r="r" b="b"/>
            <a:pathLst>
              <a:path w="2598561" h="2598561">
                <a:moveTo>
                  <a:pt x="1700780" y="2534970"/>
                </a:moveTo>
                <a:lnTo>
                  <a:pt x="1569416" y="2570169"/>
                </a:lnTo>
                <a:lnTo>
                  <a:pt x="1435092" y="2591444"/>
                </a:lnTo>
                <a:lnTo>
                  <a:pt x="1299281" y="2598561"/>
                </a:lnTo>
                <a:lnTo>
                  <a:pt x="1163469" y="2591444"/>
                </a:lnTo>
                <a:lnTo>
                  <a:pt x="1029145" y="2570169"/>
                </a:lnTo>
                <a:lnTo>
                  <a:pt x="897781" y="2534970"/>
                </a:lnTo>
                <a:lnTo>
                  <a:pt x="770816" y="2486232"/>
                </a:lnTo>
                <a:lnTo>
                  <a:pt x="649640" y="2424491"/>
                </a:lnTo>
                <a:lnTo>
                  <a:pt x="535583" y="2350421"/>
                </a:lnTo>
                <a:lnTo>
                  <a:pt x="429892" y="2264834"/>
                </a:lnTo>
                <a:lnTo>
                  <a:pt x="333727" y="2168669"/>
                </a:lnTo>
                <a:lnTo>
                  <a:pt x="248141" y="2062979"/>
                </a:lnTo>
                <a:lnTo>
                  <a:pt x="174071" y="1948921"/>
                </a:lnTo>
                <a:lnTo>
                  <a:pt x="112329" y="1827746"/>
                </a:lnTo>
                <a:lnTo>
                  <a:pt x="63591" y="1700780"/>
                </a:lnTo>
                <a:lnTo>
                  <a:pt x="28392" y="1569416"/>
                </a:lnTo>
                <a:lnTo>
                  <a:pt x="7118" y="1435092"/>
                </a:lnTo>
                <a:lnTo>
                  <a:pt x="0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custGeom>
            <a:avLst/>
            <a:gdLst/>
            <a:ahLst/>
            <a:cxnLst/>
            <a:rect l="l" t="t" r="r" b="b"/>
            <a:pathLst>
              <a:path w="2867378" h="2867378">
                <a:moveTo>
                  <a:pt x="0" y="1433689"/>
                </a:moveTo>
                <a:lnTo>
                  <a:pt x="7571" y="1286543"/>
                </a:lnTo>
                <a:lnTo>
                  <a:pt x="30205" y="1140951"/>
                </a:lnTo>
                <a:lnTo>
                  <a:pt x="67661" y="998450"/>
                </a:lnTo>
                <a:lnTo>
                  <a:pt x="119546" y="860547"/>
                </a:lnTo>
                <a:lnTo>
                  <a:pt x="185310" y="728697"/>
                </a:lnTo>
                <a:lnTo>
                  <a:pt x="264259" y="604293"/>
                </a:lnTo>
                <a:lnTo>
                  <a:pt x="355560" y="488649"/>
                </a:lnTo>
                <a:lnTo>
                  <a:pt x="458247" y="382986"/>
                </a:lnTo>
                <a:lnTo>
                  <a:pt x="571237" y="288420"/>
                </a:lnTo>
                <a:lnTo>
                  <a:pt x="693336" y="205951"/>
                </a:lnTo>
                <a:lnTo>
                  <a:pt x="823254" y="136448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custGeom>
            <a:avLst/>
            <a:gdLst/>
            <a:ahLst/>
            <a:cxnLst/>
            <a:rect l="l" t="t" r="r" b="b"/>
            <a:pathLst>
              <a:path w="2329744" h="2329744">
                <a:moveTo>
                  <a:pt x="668894" y="110864"/>
                </a:moveTo>
                <a:lnTo>
                  <a:pt x="763407" y="71367"/>
                </a:lnTo>
                <a:lnTo>
                  <a:pt x="861025" y="40326"/>
                </a:lnTo>
                <a:lnTo>
                  <a:pt x="960993" y="17981"/>
                </a:lnTo>
                <a:lnTo>
                  <a:pt x="1062537" y="4504"/>
                </a:lnTo>
                <a:lnTo>
                  <a:pt x="1164872" y="0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— size = magnitude, +/− marks the 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961232" y="199288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55602" y="201283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152667" y="203548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239841" y="204823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89779" y="210280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21" name="Shape 19"/>
          <p:cNvSpPr/>
          <p:nvPr/>
        </p:nvSpPr>
        <p:spPr>
          <a:xfrm>
            <a:off x="3981182" y="265545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035652" y="263550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0939" y="266637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3708" y="276472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4381" y="277272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32" name="Shape 30"/>
          <p:cNvSpPr/>
          <p:nvPr/>
        </p:nvSpPr>
        <p:spPr>
          <a:xfrm>
            <a:off x="4003827" y="332072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3" name="Shape 31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6519" y="330899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10072" y="327812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8955" y="338258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40" name="Shape 38"/>
          <p:cNvSpPr/>
          <p:nvPr/>
        </p:nvSpPr>
        <p:spPr>
          <a:xfrm>
            <a:off x="8363375" y="342484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016581" y="397609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5" name="Shape 43"/>
          <p:cNvSpPr/>
          <p:nvPr/>
        </p:nvSpPr>
        <p:spPr>
          <a:xfrm>
            <a:off x="5164868" y="404996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4535" y="402520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4492" y="392074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8609" y="402008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54" name="Shape 52"/>
          <p:cNvSpPr/>
          <p:nvPr/>
        </p:nvSpPr>
        <p:spPr>
          <a:xfrm>
            <a:off x="3992099" y="467328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5" name="Shape 53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1121" y="470058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7" name="Shape 55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58" name="Shape 56"/>
          <p:cNvSpPr/>
          <p:nvPr/>
        </p:nvSpPr>
        <p:spPr>
          <a:xfrm>
            <a:off x="6214535" y="471008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9" name="Shape 57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0" name="Shape 58"/>
          <p:cNvSpPr/>
          <p:nvPr/>
        </p:nvSpPr>
        <p:spPr>
          <a:xfrm>
            <a:off x="7194189" y="466270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258912" y="456336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4" name="Shape 62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65" name="Shape 63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66" name="Shape 64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67" name="Shape 65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68" name="Shape 66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69" name="Shape 67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70" name="Shape 68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71" name="Shape 69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72" name="Shape 70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73" name="Shape 71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74" name="Shape 72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75" name="Shape 73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76" name="Shape 74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77" name="Shape 75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78" name="Shape 76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80" name="Shape 78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81" name="Shape 79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83" name="Shape 81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84" name="Shape 82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86" name="Shape 84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Text 85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4482"/>
            <a:ext cx="54906" cy="867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53367" y="4355846"/>
            <a:ext cx="54906" cy="8765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401924" y="4347210"/>
            <a:ext cx="54906" cy="885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0480" y="4338574"/>
            <a:ext cx="54906" cy="8938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99036" y="4329938"/>
            <a:ext cx="54906" cy="902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47593" y="4321302"/>
            <a:ext cx="54906" cy="911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96149" y="4312666"/>
            <a:ext cx="54906" cy="919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644705" y="4304030"/>
            <a:ext cx="54906" cy="9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93262" y="4295394"/>
            <a:ext cx="54906" cy="9370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1818" y="4286758"/>
            <a:ext cx="54906" cy="9456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90374" y="4278122"/>
            <a:ext cx="54906" cy="954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38931" y="4269486"/>
            <a:ext cx="54906" cy="9629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887487" y="4260850"/>
            <a:ext cx="54906" cy="971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36043" y="4252214"/>
            <a:ext cx="54906" cy="980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84600" y="4243578"/>
            <a:ext cx="54906" cy="988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33156" y="4234942"/>
            <a:ext cx="54906" cy="997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81712" y="4226306"/>
            <a:ext cx="54906" cy="1006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30269" y="4217670"/>
            <a:ext cx="54906" cy="1014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78825" y="4209034"/>
            <a:ext cx="54906" cy="10233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27381" y="4200398"/>
            <a:ext cx="54906" cy="1032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275938" y="4191762"/>
            <a:ext cx="54906" cy="10406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24494" y="4183126"/>
            <a:ext cx="54906" cy="10492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373050" y="4174490"/>
            <a:ext cx="54906" cy="10579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21607" y="4165854"/>
            <a:ext cx="54906" cy="10665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470163" y="4157218"/>
            <a:ext cx="54906" cy="1075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18719" y="4148582"/>
            <a:ext cx="54906" cy="1083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7276" y="4139946"/>
            <a:ext cx="54906" cy="10924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5832" y="4131310"/>
            <a:ext cx="54906" cy="1101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664388" y="4122674"/>
            <a:ext cx="54906" cy="1109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12945" y="4114038"/>
            <a:ext cx="54906" cy="1118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761501" y="4105402"/>
            <a:ext cx="54906" cy="11269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10057" y="4096766"/>
            <a:ext cx="54906" cy="1135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858614" y="4088130"/>
            <a:ext cx="54906" cy="11442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07170" y="4079494"/>
            <a:ext cx="54906" cy="11529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955726" y="4070858"/>
            <a:ext cx="54906" cy="1161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04283" y="4062222"/>
            <a:ext cx="54906" cy="1170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052839" y="4053586"/>
            <a:ext cx="54906" cy="1178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01395" y="4044950"/>
            <a:ext cx="54906" cy="11874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149952" y="4036314"/>
            <a:ext cx="54906" cy="1196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198508" y="4027678"/>
            <a:ext cx="54906" cy="1204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247064" y="4021201"/>
            <a:ext cx="54906" cy="12111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295621" y="4016883"/>
            <a:ext cx="54906" cy="12155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344177" y="4012565"/>
            <a:ext cx="54906" cy="1219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392733" y="4008247"/>
            <a:ext cx="54906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441290" y="4003929"/>
            <a:ext cx="54906" cy="12284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9846" y="3999611"/>
            <a:ext cx="54906" cy="12327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538402" y="3995293"/>
            <a:ext cx="54906" cy="1237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586959" y="3990975"/>
            <a:ext cx="54906" cy="12414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635515" y="3986657"/>
            <a:ext cx="54906" cy="1245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684071" y="3982339"/>
            <a:ext cx="54906" cy="12500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732628" y="3978021"/>
            <a:ext cx="54906" cy="1254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781184" y="3973703"/>
            <a:ext cx="54906" cy="12586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29740" y="3969385"/>
            <a:ext cx="54906" cy="12630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878297" y="3965067"/>
            <a:ext cx="54906" cy="12673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26853" y="3960749"/>
            <a:ext cx="54906" cy="12716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975409" y="3956431"/>
            <a:ext cx="54906" cy="12759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23966" y="3952113"/>
            <a:ext cx="54906" cy="1280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72522" y="3947795"/>
            <a:ext cx="54906" cy="12846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21078" y="3943477"/>
            <a:ext cx="54906" cy="12889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69635" y="3939159"/>
            <a:ext cx="54906" cy="12932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8191" y="3931602"/>
            <a:ext cx="54906" cy="1300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6747" y="3920808"/>
            <a:ext cx="54906" cy="13115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15304" y="3910012"/>
            <a:ext cx="54906" cy="13223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63860" y="3899218"/>
            <a:ext cx="54906" cy="133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412416" y="3888423"/>
            <a:ext cx="54906" cy="13439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60973" y="3877627"/>
            <a:ext cx="54906" cy="1354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09529" y="3866832"/>
            <a:ext cx="54906" cy="13655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58085" y="3856038"/>
            <a:ext cx="54906" cy="13763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606642" y="3845243"/>
            <a:ext cx="54906" cy="1387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655198" y="3834447"/>
            <a:ext cx="54906" cy="139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703754" y="3823652"/>
            <a:ext cx="54906" cy="1408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752311" y="3812858"/>
            <a:ext cx="54906" cy="1419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800867" y="3802062"/>
            <a:ext cx="54906" cy="14303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849423" y="3791268"/>
            <a:ext cx="54906" cy="1441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97980" y="3780473"/>
            <a:ext cx="54906" cy="14519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946536" y="3769678"/>
            <a:ext cx="54906" cy="1462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995092" y="3758882"/>
            <a:ext cx="54906" cy="14735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043649" y="3748087"/>
            <a:ext cx="54906" cy="14843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092205" y="3737293"/>
            <a:ext cx="54906" cy="1495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140761" y="3726497"/>
            <a:ext cx="54906" cy="150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189318" y="3715702"/>
            <a:ext cx="54906" cy="15166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237874" y="3704908"/>
            <a:ext cx="54906" cy="1527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286430" y="3694113"/>
            <a:ext cx="54906" cy="1538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334987" y="3683317"/>
            <a:ext cx="54906" cy="1549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383543" y="3672523"/>
            <a:ext cx="54906" cy="1559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432099" y="3661728"/>
            <a:ext cx="54906" cy="15706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480656" y="3650932"/>
            <a:ext cx="54906" cy="1581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529212" y="3640138"/>
            <a:ext cx="54906" cy="15922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577768" y="3629343"/>
            <a:ext cx="54906" cy="1603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626325" y="3618548"/>
            <a:ext cx="54906" cy="161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674881" y="3607752"/>
            <a:ext cx="54906" cy="16246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723437" y="3596957"/>
            <a:ext cx="54906" cy="1635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771994" y="3586162"/>
            <a:ext cx="54906" cy="16462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820550" y="3575368"/>
            <a:ext cx="54906" cy="16570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869106" y="3564573"/>
            <a:ext cx="54906" cy="1667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917663" y="3553778"/>
            <a:ext cx="54906" cy="16786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966219" y="3542982"/>
            <a:ext cx="54906" cy="1689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014775" y="3532187"/>
            <a:ext cx="54906" cy="17002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63332" y="3521393"/>
            <a:ext cx="54906" cy="17110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11888" y="3510598"/>
            <a:ext cx="54906" cy="1721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04811" y="3717862"/>
            <a:ext cx="54906" cy="6466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53367" y="3711385"/>
            <a:ext cx="54906" cy="6444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401924" y="3704908"/>
            <a:ext cx="54906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450480" y="3698430"/>
            <a:ext cx="54906" cy="640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99036" y="3691954"/>
            <a:ext cx="54906" cy="6379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47593" y="3685477"/>
            <a:ext cx="54906" cy="6358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596149" y="3678999"/>
            <a:ext cx="54906" cy="6336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44705" y="3672523"/>
            <a:ext cx="54906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93262" y="3666046"/>
            <a:ext cx="54906" cy="629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741818" y="3659568"/>
            <a:ext cx="54906" cy="6271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790374" y="3653092"/>
            <a:ext cx="54906" cy="6250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838931" y="3646615"/>
            <a:ext cx="54906" cy="622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87487" y="3640138"/>
            <a:ext cx="54906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936043" y="3633660"/>
            <a:ext cx="54906" cy="6185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984600" y="3627184"/>
            <a:ext cx="54906" cy="6163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033156" y="3620706"/>
            <a:ext cx="54906" cy="61423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081712" y="3614230"/>
            <a:ext cx="54906" cy="6120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130269" y="3607753"/>
            <a:ext cx="54906" cy="6099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178825" y="3601276"/>
            <a:ext cx="54906" cy="607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227381" y="3594798"/>
            <a:ext cx="54906" cy="605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275938" y="3585083"/>
            <a:ext cx="54906" cy="606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324494" y="3572129"/>
            <a:ext cx="54906" cy="610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373050" y="3559175"/>
            <a:ext cx="54906" cy="615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421607" y="3546221"/>
            <a:ext cx="54906" cy="619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470163" y="3533267"/>
            <a:ext cx="54906" cy="623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518719" y="3520313"/>
            <a:ext cx="54906" cy="628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567276" y="3507359"/>
            <a:ext cx="54906" cy="632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615832" y="3494405"/>
            <a:ext cx="54906" cy="6369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664388" y="3481451"/>
            <a:ext cx="54906" cy="6412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712945" y="3468497"/>
            <a:ext cx="54906" cy="645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761501" y="3455543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810057" y="3442589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858614" y="3429635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907170" y="3416681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955726" y="3403727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004283" y="3390773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052839" y="3377819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101395" y="3364865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149952" y="3351911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198508" y="333895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247064" y="3331400"/>
            <a:ext cx="54906" cy="6898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295621" y="3329241"/>
            <a:ext cx="54906" cy="687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344177" y="3327082"/>
            <a:ext cx="54906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392733" y="3324923"/>
            <a:ext cx="54906" cy="6833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441290" y="3322765"/>
            <a:ext cx="54906" cy="6811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489846" y="3320605"/>
            <a:ext cx="54906" cy="6790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538402" y="3318446"/>
            <a:ext cx="54906" cy="6768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586959" y="3316287"/>
            <a:ext cx="54906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635515" y="3314128"/>
            <a:ext cx="54906" cy="6725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684071" y="3311970"/>
            <a:ext cx="54906" cy="6703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732628" y="3309810"/>
            <a:ext cx="54906" cy="6682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781184" y="3307652"/>
            <a:ext cx="54906" cy="6660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829740" y="3305492"/>
            <a:ext cx="54906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878297" y="3303333"/>
            <a:ext cx="54906" cy="6617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926853" y="3301174"/>
            <a:ext cx="54906" cy="6595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75409" y="3299016"/>
            <a:ext cx="54906" cy="6574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23966" y="3296857"/>
            <a:ext cx="54906" cy="6552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072522" y="3294698"/>
            <a:ext cx="54906" cy="653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21078" y="3292538"/>
            <a:ext cx="54906" cy="6509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169635" y="3290380"/>
            <a:ext cx="54906" cy="6487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218191" y="3281744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266747" y="3266631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315304" y="3251518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363860" y="3236404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12416" y="3221292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60973" y="3206179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509529" y="3191065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558085" y="3175952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06642" y="3160839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655198" y="314572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703754" y="3130614"/>
            <a:ext cx="54906" cy="6930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752311" y="3115500"/>
            <a:ext cx="54906" cy="697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00867" y="3100388"/>
            <a:ext cx="54906" cy="7016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849423" y="3085274"/>
            <a:ext cx="54906" cy="705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897980" y="3070162"/>
            <a:ext cx="54906" cy="710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946536" y="3055049"/>
            <a:ext cx="54906" cy="714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995092" y="3039935"/>
            <a:ext cx="54906" cy="718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43649" y="3024822"/>
            <a:ext cx="54906" cy="7232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092205" y="3009709"/>
            <a:ext cx="54906" cy="727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40761" y="2994596"/>
            <a:ext cx="54906" cy="731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189318" y="2980563"/>
            <a:ext cx="54906" cy="7351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37874" y="2967609"/>
            <a:ext cx="54906" cy="7372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86430" y="2954655"/>
            <a:ext cx="54906" cy="7394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4987" y="2941701"/>
            <a:ext cx="54906" cy="7416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3543" y="2928747"/>
            <a:ext cx="54906" cy="7437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32099" y="2915793"/>
            <a:ext cx="54906" cy="74593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80656" y="2902839"/>
            <a:ext cx="54906" cy="748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29212" y="2889885"/>
            <a:ext cx="54906" cy="7502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77768" y="2876931"/>
            <a:ext cx="54906" cy="7524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626325" y="2863977"/>
            <a:ext cx="54906" cy="7545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74881" y="2851023"/>
            <a:ext cx="54906" cy="7567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723437" y="2838069"/>
            <a:ext cx="54906" cy="7588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71994" y="2825115"/>
            <a:ext cx="54906" cy="7610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820550" y="2812161"/>
            <a:ext cx="54906" cy="763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869106" y="2799207"/>
            <a:ext cx="54906" cy="7653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917663" y="2786253"/>
            <a:ext cx="54906" cy="7675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966219" y="2773299"/>
            <a:ext cx="54906" cy="7696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014775" y="2760345"/>
            <a:ext cx="54906" cy="7718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063332" y="2747391"/>
            <a:ext cx="54906" cy="774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8111888" y="2734437"/>
            <a:ext cx="54906" cy="7761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304811" y="3284982"/>
            <a:ext cx="54906" cy="432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353367" y="3276346"/>
            <a:ext cx="54906" cy="435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401924" y="3267710"/>
            <a:ext cx="54906" cy="4371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50480" y="3259074"/>
            <a:ext cx="54906" cy="4393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499036" y="3250438"/>
            <a:ext cx="54906" cy="44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547593" y="3241802"/>
            <a:ext cx="54906" cy="443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596149" y="3233166"/>
            <a:ext cx="54906" cy="445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644705" y="3224530"/>
            <a:ext cx="54906" cy="4479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3693262" y="3215894"/>
            <a:ext cx="54906" cy="4501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3741818" y="3207258"/>
            <a:ext cx="54906" cy="452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3790374" y="3198622"/>
            <a:ext cx="54906" cy="454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3838931" y="3189986"/>
            <a:ext cx="54906" cy="456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3887487" y="3181350"/>
            <a:ext cx="54906" cy="4587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3936043" y="3172714"/>
            <a:ext cx="54906" cy="4609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3984600" y="3164078"/>
            <a:ext cx="54906" cy="463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4" name="Shape 222"/>
          <p:cNvSpPr/>
          <p:nvPr/>
        </p:nvSpPr>
        <p:spPr>
          <a:xfrm>
            <a:off x="4033156" y="3155442"/>
            <a:ext cx="54906" cy="465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4081712" y="3146806"/>
            <a:ext cx="54906" cy="467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4130269" y="3138170"/>
            <a:ext cx="54906" cy="4695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4178825" y="3129534"/>
            <a:ext cx="54906" cy="4717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8" name="Shape 226"/>
          <p:cNvSpPr/>
          <p:nvPr/>
        </p:nvSpPr>
        <p:spPr>
          <a:xfrm>
            <a:off x="4227381" y="3120898"/>
            <a:ext cx="54906" cy="473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9" name="Shape 227"/>
          <p:cNvSpPr/>
          <p:nvPr/>
        </p:nvSpPr>
        <p:spPr>
          <a:xfrm>
            <a:off x="4275938" y="3109023"/>
            <a:ext cx="54906" cy="4760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0" name="Shape 228"/>
          <p:cNvSpPr/>
          <p:nvPr/>
        </p:nvSpPr>
        <p:spPr>
          <a:xfrm>
            <a:off x="4324494" y="3093910"/>
            <a:ext cx="54906" cy="4782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1" name="Shape 229"/>
          <p:cNvSpPr/>
          <p:nvPr/>
        </p:nvSpPr>
        <p:spPr>
          <a:xfrm>
            <a:off x="4373050" y="3078798"/>
            <a:ext cx="54906" cy="4803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2" name="Shape 230"/>
          <p:cNvSpPr/>
          <p:nvPr/>
        </p:nvSpPr>
        <p:spPr>
          <a:xfrm>
            <a:off x="4421607" y="3063684"/>
            <a:ext cx="54906" cy="4825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3" name="Shape 231"/>
          <p:cNvSpPr/>
          <p:nvPr/>
        </p:nvSpPr>
        <p:spPr>
          <a:xfrm>
            <a:off x="4470163" y="3048571"/>
            <a:ext cx="54906" cy="4846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4518719" y="3033458"/>
            <a:ext cx="54906" cy="4868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4567276" y="3018345"/>
            <a:ext cx="54906" cy="4890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4615832" y="3003233"/>
            <a:ext cx="54906" cy="4911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4664388" y="2988119"/>
            <a:ext cx="54906" cy="4933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4712945" y="2973007"/>
            <a:ext cx="54906" cy="495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4761501" y="2957893"/>
            <a:ext cx="54906" cy="4976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4810057" y="2942781"/>
            <a:ext cx="54906" cy="49980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4858614" y="2927668"/>
            <a:ext cx="54906" cy="5019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4907170" y="2912555"/>
            <a:ext cx="54906" cy="5041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955726" y="2897442"/>
            <a:ext cx="54906" cy="506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004283" y="2882329"/>
            <a:ext cx="54906" cy="5084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52839" y="2867216"/>
            <a:ext cx="54906" cy="5106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101395" y="2852102"/>
            <a:ext cx="54906" cy="5127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149952" y="2836990"/>
            <a:ext cx="54906" cy="5149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198508" y="2821877"/>
            <a:ext cx="54906" cy="517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247064" y="2811082"/>
            <a:ext cx="54906" cy="520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295621" y="2804605"/>
            <a:ext cx="54906" cy="524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344177" y="2798128"/>
            <a:ext cx="54906" cy="5289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5392733" y="2791651"/>
            <a:ext cx="54906" cy="533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5441290" y="2785174"/>
            <a:ext cx="54906" cy="5375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5489846" y="2778697"/>
            <a:ext cx="54906" cy="541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538402" y="2772220"/>
            <a:ext cx="54906" cy="546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586959" y="2765743"/>
            <a:ext cx="54906" cy="55054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5635515" y="2759266"/>
            <a:ext cx="54906" cy="554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5684071" y="2752788"/>
            <a:ext cx="54906" cy="5591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32628" y="2746312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1184" y="2739835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29740" y="2733357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878297" y="2726880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5926853" y="2720404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975409" y="2713926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023966" y="2707449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072522" y="2700972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121078" y="2694495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169635" y="2688018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218191" y="2678303"/>
            <a:ext cx="54906" cy="6034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266747" y="2665349"/>
            <a:ext cx="54906" cy="6012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315304" y="2652395"/>
            <a:ext cx="54906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363860" y="2639441"/>
            <a:ext cx="54906" cy="5969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412416" y="2626487"/>
            <a:ext cx="54906" cy="5948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460973" y="2613533"/>
            <a:ext cx="54906" cy="5926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509529" y="2600579"/>
            <a:ext cx="54906" cy="5904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558085" y="2587625"/>
            <a:ext cx="54906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606642" y="2574671"/>
            <a:ext cx="54906" cy="5861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655198" y="2561717"/>
            <a:ext cx="54906" cy="5840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703754" y="2548763"/>
            <a:ext cx="54906" cy="5818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752311" y="2535809"/>
            <a:ext cx="54906" cy="5796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800867" y="2522855"/>
            <a:ext cx="54906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849423" y="2509901"/>
            <a:ext cx="54906" cy="5753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897980" y="2496947"/>
            <a:ext cx="54906" cy="5732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946536" y="2483993"/>
            <a:ext cx="54906" cy="5710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995092" y="2471039"/>
            <a:ext cx="54906" cy="568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7043649" y="2458085"/>
            <a:ext cx="54906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092205" y="2445131"/>
            <a:ext cx="54906" cy="5645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140761" y="2432177"/>
            <a:ext cx="54906" cy="5624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189318" y="2417064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237874" y="2399792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286430" y="2382520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7334987" y="2365248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383543" y="2347976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432099" y="2330704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480656" y="2313432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529212" y="2296160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577768" y="2278888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626325" y="2261616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674881" y="2244344"/>
            <a:ext cx="54906" cy="606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7723437" y="2227072"/>
            <a:ext cx="54906" cy="6109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7771994" y="2209800"/>
            <a:ext cx="54906" cy="6153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820550" y="2192528"/>
            <a:ext cx="54906" cy="619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869106" y="2175256"/>
            <a:ext cx="54906" cy="623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917663" y="2157984"/>
            <a:ext cx="54906" cy="628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966219" y="2140712"/>
            <a:ext cx="54906" cy="6325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014775" y="2123440"/>
            <a:ext cx="54906" cy="6369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63332" y="2106168"/>
            <a:ext cx="54906" cy="641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111888" y="2088896"/>
            <a:ext cx="54906" cy="645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11" name="Text 30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12" name="Text 31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13" name="Text 31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4" name="Text 31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15" name="Text 31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16" name="Text 31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19" name="Shape 31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1" name="Text 31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22" name="Shape 32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25" name="Shape 32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28" name="Shape 32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31" name="Shape 32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34" name="Text 33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894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40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7211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632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9527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8638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8902548" y="487362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902548" y="4489450"/>
            <a:ext cx="368300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10527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3721100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336925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2952750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2568575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56278" y="51428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49673" y="47202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43068" y="42976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463" y="487394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79188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72583" y="502761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65978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08703" y="41824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02098" y="47586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95493" y="43360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38218" y="49123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1613" y="44897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25008" y="50660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67733" y="46434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61128" y="422084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54523" y="47971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7248" y="43745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90643" y="49507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038" y="45281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26763" y="51044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0158" y="46818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13553" y="42592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392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826348" y="395192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6422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16648" y="37214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69073" y="36061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21498" y="34909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73923" y="33756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348" y="32604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64223" y="31451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416648" y="302990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769073" y="29146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21498" y="27993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473923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26348" y="387508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64223" y="375983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16648" y="364458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69073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121498" y="34140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513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3624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9370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848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9083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819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393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305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714969" y="2021109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65837" y="431890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45888" y="1629240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88640" y="4622292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47115" y="3809573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903" y="2380110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93218" y="407357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72202" y="1838884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10858" y="43688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41928" y="41763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±3.0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013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3924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060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2971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4" name="Text 22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16020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80256" y="3927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3080" y="4689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98138" y="41656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48960" y="32510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3902" y="3584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1078" y="291769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16726" y="34415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70140" y="2441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5082" y="2727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37906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17620" y="44069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381856" y="388302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24680" y="4645025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99738" y="41211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60212" y="32162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85154" y="3549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42330" y="2882900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80328" y="32607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81392" y="24066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206334" y="2692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42276" y="2171700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Tyrell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449158" y="23114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121</Slides>
  <Notes>121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121</vt:i4>
      </vt:variant>
    </vt:vector>
  </HeadingPairs>
  <TitlesOfParts>
    <vt:vector size="1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2026-07-25T21:42:41Z</dcterms:created>
  <dcterms:modified xsi:type="dcterms:W3CDTF">2026-07-25T21:42:41Z</dcterms:modified>
</cp:coreProperties>
</file>