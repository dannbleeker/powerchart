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</p:sldIdLst>
  <p:notesMasterIdLst>
    <p:notesMasterId r:id="rId1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notesMaster" Target="notesMasters/notesMaster1.xml"/><Relationship Id="rId116" Type="http://schemas.openxmlformats.org/officeDocument/2006/relationships/presProps" Target="presProps.xml"/><Relationship Id="rId117" Type="http://schemas.openxmlformats.org/officeDocument/2006/relationships/viewProps" Target="viewProps.xml"/><Relationship Id="rId118" Type="http://schemas.openxmlformats.org/officeDocument/2006/relationships/theme" Target="theme/theme1.xml"/><Relationship Id="rId1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04266" y="393120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24416" y="3778264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6993873" y="34913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890502" y="322726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579232" y="261011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64312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554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402844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9395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1376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24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79908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710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33578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4028440"/>
            <a:ext cx="368300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721100"/>
            <a:ext cx="32226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341376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3106420"/>
            <a:ext cx="276225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8902548" y="279908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4" name="Shape 32"/>
          <p:cNvSpPr/>
          <p:nvPr/>
        </p:nvSpPr>
        <p:spPr>
          <a:xfrm>
            <a:off x="8902548" y="2491740"/>
            <a:ext cx="138113" cy="29464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56278" y="454355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49673" y="42054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3068" y="386740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36463" y="432841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79188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72583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65978" y="411327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08703" y="377520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2098" y="42362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95493" y="38981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8218" y="43591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231613" y="402107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5008" y="44820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7733" y="414401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61128" y="380593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54523" y="426694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97248" y="39288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90643" y="43898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84038" y="40518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763" y="45128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0158" y="41747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1355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73923" y="263804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826348" y="35907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64223" y="34985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16648" y="340639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69073" y="331419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1498" y="32219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473923" y="312978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826348" y="303758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64223" y="294538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416648" y="285318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76907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121498" y="266877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73923" y="362153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826348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064223" y="34371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416648" y="334492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69073" y="3252724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121498" y="316052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19417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10527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651125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56222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07909" y="2411326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42312" y="326089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87063" y="2053579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13350" y="3452146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7708" y="2922319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41960" y="2624426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31752" y="307766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7201" y="2253356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82789" y="249142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17192" y="33401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758030" y="2756004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19825" y="3378676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±6.0 to reduce overlap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113</Slides>
  <Notes>113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113</vt:i4>
      </vt:variant>
    </vt:vector>
  </HeadingPairs>
  <TitlesOfParts>
    <vt:vector size="1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2026-07-16T20:31:26Z</dcterms:created>
  <dcterms:modified xsi:type="dcterms:W3CDTF">2026-07-16T20:31:26Z</dcterms:modified>
</cp:coreProperties>
</file>