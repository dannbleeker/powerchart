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</p:sldIdLst>
  <p:notesMasterIdLst>
    <p:notesMasterId r:id="rId1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notesMaster" Target="notesMasters/notesMaster1.xml"/><Relationship Id="rId112" Type="http://schemas.openxmlformats.org/officeDocument/2006/relationships/presProps" Target="presProps.xml"/><Relationship Id="rId113" Type="http://schemas.openxmlformats.org/officeDocument/2006/relationships/viewProps" Target="viewProps.xml"/><Relationship Id="rId114" Type="http://schemas.openxmlformats.org/officeDocument/2006/relationships/theme" Target="theme/theme1.xml"/><Relationship Id="rId1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04266" y="393120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24416" y="377826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6993873" y="34913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890502" y="322726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579232" y="261011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(size = magnitude)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1" name="Shape 9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4" name="Text 12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6" name="Shape 14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18" name="Shape 16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9" name="Shape 17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0" name="Text 1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22" name="Shape 20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3" name="Shape 21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25" name="Shape 23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26" name="Text 24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9" name="Shape 27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2" name="Text 3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34" name="Shape 32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36" name="Shape 34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7" name="Shape 35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9" name="Shape 37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40" name="Shape 38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41" name="Shape 39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42" name="Shape 40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43" name="Shape 41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44" name="Shape 42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45" name="Shape 43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46" name="Shape 44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47" name="Shape 45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48" name="Shape 46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49" name="Shape 47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50" name="Shape 48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51" name="Shape 49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52" name="Shape 50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53" name="Shape 51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54" name="Shape 52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55" name="Shape 53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6" name="Shape 54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57" name="Shape 55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58" name="Shape 56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60" name="Shape 58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61" name="Shape 59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Text 60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5202"/>
            <a:ext cx="46814" cy="867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45275" y="4358005"/>
            <a:ext cx="46814" cy="8743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385738" y="4350808"/>
            <a:ext cx="46814" cy="881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6202" y="4343612"/>
            <a:ext cx="46814" cy="8887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66665" y="4336415"/>
            <a:ext cx="46814" cy="8959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07129" y="4329218"/>
            <a:ext cx="46814" cy="90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47593" y="4322022"/>
            <a:ext cx="46814" cy="9103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588056" y="4314825"/>
            <a:ext cx="46814" cy="9175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28520" y="4307628"/>
            <a:ext cx="46814" cy="924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68983" y="4300432"/>
            <a:ext cx="46814" cy="9319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09447" y="4293235"/>
            <a:ext cx="46814" cy="9391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749911" y="4286038"/>
            <a:ext cx="46814" cy="946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0374" y="4278842"/>
            <a:ext cx="46814" cy="9535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830838" y="4271645"/>
            <a:ext cx="46814" cy="9607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871301" y="4264448"/>
            <a:ext cx="46814" cy="96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911765" y="4257252"/>
            <a:ext cx="46814" cy="975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952229" y="4250055"/>
            <a:ext cx="46814" cy="9823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2692" y="4242858"/>
            <a:ext cx="46814" cy="98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033156" y="4235662"/>
            <a:ext cx="46814" cy="996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073620" y="4228465"/>
            <a:ext cx="46814" cy="10039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14083" y="4221268"/>
            <a:ext cx="46814" cy="1011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154547" y="4214072"/>
            <a:ext cx="46814" cy="1018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195010" y="4206875"/>
            <a:ext cx="46814" cy="10255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35474" y="4199678"/>
            <a:ext cx="46814" cy="103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275938" y="4192482"/>
            <a:ext cx="46814" cy="1039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16401" y="4185285"/>
            <a:ext cx="46814" cy="1047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56865" y="4178088"/>
            <a:ext cx="46814" cy="10543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397328" y="4170892"/>
            <a:ext cx="46814" cy="1061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37792" y="4163695"/>
            <a:ext cx="46814" cy="10687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8256" y="4156498"/>
            <a:ext cx="46814" cy="107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18719" y="4149302"/>
            <a:ext cx="46814" cy="1083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59183" y="4142105"/>
            <a:ext cx="46814" cy="10902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99646" y="4134908"/>
            <a:ext cx="46814" cy="1097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40110" y="4127712"/>
            <a:ext cx="46814" cy="11046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80574" y="4120515"/>
            <a:ext cx="46814" cy="111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721037" y="4113318"/>
            <a:ext cx="46814" cy="1119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61501" y="4106122"/>
            <a:ext cx="46814" cy="1126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801965" y="4098925"/>
            <a:ext cx="46814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842428" y="4091728"/>
            <a:ext cx="46814" cy="11406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82892" y="4084532"/>
            <a:ext cx="46814" cy="1147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923355" y="4077335"/>
            <a:ext cx="46814" cy="1155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963819" y="4070138"/>
            <a:ext cx="46814" cy="11622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004283" y="4062942"/>
            <a:ext cx="46814" cy="1169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4746" y="4055745"/>
            <a:ext cx="46814" cy="11766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085210" y="4048548"/>
            <a:ext cx="46814" cy="118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125673" y="4041352"/>
            <a:ext cx="46814" cy="1191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166137" y="4034155"/>
            <a:ext cx="46814" cy="11982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206601" y="4026958"/>
            <a:ext cx="46814" cy="12054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247064" y="4021561"/>
            <a:ext cx="46814" cy="12108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287528" y="4017962"/>
            <a:ext cx="46814" cy="12144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327991" y="4014364"/>
            <a:ext cx="46814" cy="12180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368455" y="4010766"/>
            <a:ext cx="46814" cy="1221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408919" y="4007168"/>
            <a:ext cx="46814" cy="12252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449382" y="4003569"/>
            <a:ext cx="46814" cy="1228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489846" y="3999971"/>
            <a:ext cx="46814" cy="123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530310" y="3996373"/>
            <a:ext cx="46814" cy="12360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570773" y="3992774"/>
            <a:ext cx="46814" cy="12396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611237" y="3989176"/>
            <a:ext cx="46814" cy="12432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651700" y="3985577"/>
            <a:ext cx="46814" cy="1246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692164" y="3981979"/>
            <a:ext cx="46814" cy="12504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732628" y="3978381"/>
            <a:ext cx="46814" cy="12540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773091" y="3974783"/>
            <a:ext cx="46814" cy="12576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3555" y="3971184"/>
            <a:ext cx="46814" cy="12612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854018" y="3967586"/>
            <a:ext cx="46814" cy="1264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894482" y="3963988"/>
            <a:ext cx="46814" cy="1268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934946" y="3960389"/>
            <a:ext cx="46814" cy="12720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975409" y="3956791"/>
            <a:ext cx="46814" cy="12756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015873" y="3953192"/>
            <a:ext cx="46814" cy="12792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056336" y="3949594"/>
            <a:ext cx="46814" cy="1282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096800" y="3945996"/>
            <a:ext cx="46814" cy="12864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137264" y="3942398"/>
            <a:ext cx="46814" cy="1290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177727" y="3938799"/>
            <a:ext cx="46814" cy="12936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218191" y="3932502"/>
            <a:ext cx="46814" cy="12998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258655" y="3923506"/>
            <a:ext cx="46814" cy="1308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299118" y="3914510"/>
            <a:ext cx="46814" cy="13178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339582" y="3905515"/>
            <a:ext cx="46814" cy="1326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380045" y="3896519"/>
            <a:ext cx="46814" cy="13358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420509" y="3887523"/>
            <a:ext cx="46814" cy="1344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460973" y="3878527"/>
            <a:ext cx="46814" cy="13538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501436" y="3869531"/>
            <a:ext cx="46814" cy="13628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541900" y="3860535"/>
            <a:ext cx="46814" cy="13718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582363" y="3851540"/>
            <a:ext cx="46814" cy="1380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622827" y="3842544"/>
            <a:ext cx="46814" cy="13898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663291" y="3833548"/>
            <a:ext cx="46814" cy="1398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703754" y="3824552"/>
            <a:ext cx="46814" cy="14078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744218" y="3815556"/>
            <a:ext cx="46814" cy="1416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784681" y="3806560"/>
            <a:ext cx="46814" cy="14258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5145" y="3797565"/>
            <a:ext cx="46814" cy="1434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865609" y="3788569"/>
            <a:ext cx="46814" cy="1443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906072" y="3779573"/>
            <a:ext cx="46814" cy="1452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946536" y="3770577"/>
            <a:ext cx="46814" cy="1461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987000" y="3761581"/>
            <a:ext cx="46814" cy="14708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027463" y="3752585"/>
            <a:ext cx="46814" cy="14798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067927" y="3743590"/>
            <a:ext cx="46814" cy="14888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108390" y="3734594"/>
            <a:ext cx="46814" cy="1497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148854" y="3725598"/>
            <a:ext cx="46814" cy="150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189318" y="3716602"/>
            <a:ext cx="46814" cy="1515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229781" y="3707606"/>
            <a:ext cx="46814" cy="15247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270245" y="3698610"/>
            <a:ext cx="46814" cy="15337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10708" y="3689615"/>
            <a:ext cx="46814" cy="1542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351172" y="3680619"/>
            <a:ext cx="46814" cy="15517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391636" y="3671623"/>
            <a:ext cx="46814" cy="15607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432099" y="3662627"/>
            <a:ext cx="46814" cy="1569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472563" y="3653631"/>
            <a:ext cx="46814" cy="15787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7513026" y="3644635"/>
            <a:ext cx="46814" cy="1587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553490" y="3635640"/>
            <a:ext cx="46814" cy="15967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593954" y="3626644"/>
            <a:ext cx="46814" cy="1605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634417" y="3617648"/>
            <a:ext cx="46814" cy="1614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674881" y="3608652"/>
            <a:ext cx="46814" cy="1623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15345" y="3599656"/>
            <a:ext cx="46814" cy="163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5808" y="3590660"/>
            <a:ext cx="46814" cy="1641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796272" y="3581665"/>
            <a:ext cx="46814" cy="1650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836735" y="3572669"/>
            <a:ext cx="46814" cy="16597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877199" y="3563673"/>
            <a:ext cx="46814" cy="16687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917663" y="3554677"/>
            <a:ext cx="46814" cy="1677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958126" y="3545681"/>
            <a:ext cx="46814" cy="16867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998590" y="3536685"/>
            <a:ext cx="46814" cy="1695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039053" y="3527690"/>
            <a:ext cx="46814" cy="17047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079517" y="3518694"/>
            <a:ext cx="46814" cy="17137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119981" y="3509698"/>
            <a:ext cx="46814" cy="17227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304811" y="3718401"/>
            <a:ext cx="46814" cy="6468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345275" y="3713004"/>
            <a:ext cx="46814" cy="645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385738" y="3707606"/>
            <a:ext cx="46814" cy="64320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426202" y="3702209"/>
            <a:ext cx="46814" cy="641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6665" y="3696811"/>
            <a:ext cx="46814" cy="6396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3507129" y="3691414"/>
            <a:ext cx="46814" cy="6378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547593" y="3686016"/>
            <a:ext cx="46814" cy="6360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3588056" y="3680619"/>
            <a:ext cx="46814" cy="634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628520" y="3675221"/>
            <a:ext cx="46814" cy="6324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668983" y="3669824"/>
            <a:ext cx="46814" cy="6306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709447" y="3664426"/>
            <a:ext cx="46814" cy="6288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749911" y="3659029"/>
            <a:ext cx="46814" cy="6270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790374" y="3653631"/>
            <a:ext cx="46814" cy="625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830838" y="3648234"/>
            <a:ext cx="46814" cy="6234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871301" y="3642836"/>
            <a:ext cx="46814" cy="6216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911765" y="3637439"/>
            <a:ext cx="46814" cy="619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952229" y="3632041"/>
            <a:ext cx="46814" cy="6180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992692" y="3626644"/>
            <a:ext cx="46814" cy="6162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033156" y="3621246"/>
            <a:ext cx="46814" cy="6144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073620" y="3615849"/>
            <a:ext cx="46814" cy="6126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114083" y="3610451"/>
            <a:ext cx="46814" cy="610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54547" y="3605054"/>
            <a:ext cx="46814" cy="6090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195010" y="3599656"/>
            <a:ext cx="46814" cy="6072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4235474" y="3594259"/>
            <a:ext cx="46814" cy="605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4275938" y="3586162"/>
            <a:ext cx="46814" cy="606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316401" y="3575368"/>
            <a:ext cx="46814" cy="6099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356865" y="3564573"/>
            <a:ext cx="46814" cy="6135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397328" y="3553778"/>
            <a:ext cx="46814" cy="6171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7792" y="3542982"/>
            <a:ext cx="46814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78256" y="3532187"/>
            <a:ext cx="46814" cy="624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518719" y="3521393"/>
            <a:ext cx="46814" cy="6279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559183" y="3510598"/>
            <a:ext cx="46814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599646" y="3499802"/>
            <a:ext cx="46814" cy="6351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640110" y="3489008"/>
            <a:ext cx="46814" cy="6387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4680574" y="3478213"/>
            <a:ext cx="46814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4721037" y="3467417"/>
            <a:ext cx="46814" cy="645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4761501" y="3456622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4801965" y="3445827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4842428" y="3435032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4882892" y="3424238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23355" y="3413442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963819" y="3402647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004283" y="3391852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044746" y="3381057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85210" y="3370262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125673" y="3359467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166137" y="3348672"/>
            <a:ext cx="46814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206601" y="333787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247064" y="3331580"/>
            <a:ext cx="46814" cy="6899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287528" y="3329781"/>
            <a:ext cx="46814" cy="6881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5327991" y="3327982"/>
            <a:ext cx="46814" cy="6863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5368455" y="3326183"/>
            <a:ext cx="46814" cy="684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408919" y="3324384"/>
            <a:ext cx="46814" cy="6827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449382" y="3322585"/>
            <a:ext cx="46814" cy="680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489846" y="3320785"/>
            <a:ext cx="46814" cy="6791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530310" y="3318986"/>
            <a:ext cx="46814" cy="6773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570773" y="3317187"/>
            <a:ext cx="46814" cy="675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611237" y="3315388"/>
            <a:ext cx="46814" cy="6737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651700" y="3313589"/>
            <a:ext cx="46814" cy="6719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692164" y="3311790"/>
            <a:ext cx="46814" cy="6701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32628" y="3309990"/>
            <a:ext cx="46814" cy="6683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73091" y="3308191"/>
            <a:ext cx="46814" cy="6665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13555" y="3306392"/>
            <a:ext cx="46814" cy="6647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854018" y="3304593"/>
            <a:ext cx="46814" cy="662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894482" y="3302794"/>
            <a:ext cx="46814" cy="661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934946" y="3300995"/>
            <a:ext cx="46814" cy="6593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975409" y="3299195"/>
            <a:ext cx="46814" cy="6575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015873" y="3297396"/>
            <a:ext cx="46814" cy="6557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056336" y="3295597"/>
            <a:ext cx="46814" cy="653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096800" y="3293798"/>
            <a:ext cx="46814" cy="652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137264" y="3291999"/>
            <a:ext cx="46814" cy="6503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177727" y="3290200"/>
            <a:ext cx="46814" cy="648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218191" y="3283003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258655" y="3270409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299118" y="3257815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339582" y="3245220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380045" y="3232626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420509" y="3220032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460973" y="3207438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501436" y="3194844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41900" y="3182250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582363" y="3169655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622827" y="3157061"/>
            <a:ext cx="46814" cy="6854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663291" y="314446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703754" y="3131873"/>
            <a:ext cx="46814" cy="692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744218" y="3119279"/>
            <a:ext cx="46814" cy="6962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784681" y="3106685"/>
            <a:ext cx="46814" cy="6998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825145" y="3094090"/>
            <a:ext cx="46814" cy="7034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865609" y="3081496"/>
            <a:ext cx="46814" cy="7070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906072" y="3068902"/>
            <a:ext cx="46814" cy="7106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946536" y="3056308"/>
            <a:ext cx="46814" cy="714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987000" y="3043714"/>
            <a:ext cx="46814" cy="71786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027463" y="3031120"/>
            <a:ext cx="46814" cy="7214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7067927" y="3018525"/>
            <a:ext cx="46814" cy="7250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108390" y="3005931"/>
            <a:ext cx="46814" cy="7286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148854" y="2993337"/>
            <a:ext cx="46814" cy="7322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5" name="Shape 223"/>
          <p:cNvSpPr/>
          <p:nvPr/>
        </p:nvSpPr>
        <p:spPr>
          <a:xfrm>
            <a:off x="7189318" y="2981642"/>
            <a:ext cx="46814" cy="734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229781" y="2970847"/>
            <a:ext cx="46814" cy="736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270245" y="2960052"/>
            <a:ext cx="46814" cy="7385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310708" y="2949258"/>
            <a:ext cx="46814" cy="740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351172" y="2938463"/>
            <a:ext cx="46814" cy="7421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7391636" y="2927668"/>
            <a:ext cx="46814" cy="7439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432099" y="2916872"/>
            <a:ext cx="46814" cy="7457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472563" y="2906077"/>
            <a:ext cx="46814" cy="7475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513026" y="2895283"/>
            <a:ext cx="46814" cy="7493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4" name="Shape 232"/>
          <p:cNvSpPr/>
          <p:nvPr/>
        </p:nvSpPr>
        <p:spPr>
          <a:xfrm>
            <a:off x="7553490" y="2884487"/>
            <a:ext cx="46814" cy="7511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5" name="Shape 233"/>
          <p:cNvSpPr/>
          <p:nvPr/>
        </p:nvSpPr>
        <p:spPr>
          <a:xfrm>
            <a:off x="7593954" y="2873693"/>
            <a:ext cx="46814" cy="752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6" name="Shape 234"/>
          <p:cNvSpPr/>
          <p:nvPr/>
        </p:nvSpPr>
        <p:spPr>
          <a:xfrm>
            <a:off x="7634417" y="2862898"/>
            <a:ext cx="46814" cy="754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674881" y="2852102"/>
            <a:ext cx="46814" cy="756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8" name="Shape 236"/>
          <p:cNvSpPr/>
          <p:nvPr/>
        </p:nvSpPr>
        <p:spPr>
          <a:xfrm>
            <a:off x="7715345" y="2841307"/>
            <a:ext cx="46814" cy="758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9" name="Shape 237"/>
          <p:cNvSpPr/>
          <p:nvPr/>
        </p:nvSpPr>
        <p:spPr>
          <a:xfrm>
            <a:off x="7755808" y="2830512"/>
            <a:ext cx="46814" cy="7601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796272" y="2819718"/>
            <a:ext cx="46814" cy="761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1" name="Shape 239"/>
          <p:cNvSpPr/>
          <p:nvPr/>
        </p:nvSpPr>
        <p:spPr>
          <a:xfrm>
            <a:off x="7836735" y="2808923"/>
            <a:ext cx="46814" cy="7637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877199" y="2798128"/>
            <a:ext cx="46814" cy="7655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917663" y="2787333"/>
            <a:ext cx="46814" cy="7673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958126" y="2776537"/>
            <a:ext cx="46814" cy="769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998590" y="2765743"/>
            <a:ext cx="46814" cy="7709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6" name="Shape 244"/>
          <p:cNvSpPr/>
          <p:nvPr/>
        </p:nvSpPr>
        <p:spPr>
          <a:xfrm>
            <a:off x="8039053" y="2754948"/>
            <a:ext cx="46814" cy="7727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079517" y="2744153"/>
            <a:ext cx="46814" cy="774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119981" y="2733358"/>
            <a:ext cx="46814" cy="7763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9" name="Shape 247"/>
          <p:cNvSpPr/>
          <p:nvPr/>
        </p:nvSpPr>
        <p:spPr>
          <a:xfrm>
            <a:off x="3304811" y="3285702"/>
            <a:ext cx="46814" cy="4327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3345275" y="3278505"/>
            <a:ext cx="46814" cy="434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3385738" y="3271308"/>
            <a:ext cx="46814" cy="43629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3426202" y="3264112"/>
            <a:ext cx="46814" cy="4380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3466665" y="3256915"/>
            <a:ext cx="46814" cy="439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3507129" y="3249718"/>
            <a:ext cx="46814" cy="4416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3547593" y="3242522"/>
            <a:ext cx="46814" cy="4434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3588056" y="3235325"/>
            <a:ext cx="46814" cy="4452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3628520" y="3228128"/>
            <a:ext cx="46814" cy="4470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3668983" y="3220932"/>
            <a:ext cx="46814" cy="4488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3709447" y="3213735"/>
            <a:ext cx="46814" cy="4506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3749911" y="3206538"/>
            <a:ext cx="46814" cy="452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3790374" y="3199342"/>
            <a:ext cx="46814" cy="4542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3830838" y="3192145"/>
            <a:ext cx="46814" cy="456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3871301" y="3184948"/>
            <a:ext cx="46814" cy="45788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3911765" y="3177752"/>
            <a:ext cx="46814" cy="4596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3952229" y="3170555"/>
            <a:ext cx="46814" cy="46148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3992692" y="3163358"/>
            <a:ext cx="46814" cy="463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4033156" y="3156162"/>
            <a:ext cx="46814" cy="4650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4073620" y="3148965"/>
            <a:ext cx="46814" cy="4668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4114083" y="3141768"/>
            <a:ext cx="46814" cy="4686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4154547" y="3134572"/>
            <a:ext cx="46814" cy="4704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4195010" y="3127375"/>
            <a:ext cx="46814" cy="4722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4235474" y="3120178"/>
            <a:ext cx="46814" cy="474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4275938" y="3110283"/>
            <a:ext cx="46814" cy="475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4316401" y="3097689"/>
            <a:ext cx="46814" cy="477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4356865" y="3085095"/>
            <a:ext cx="46814" cy="4794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4397328" y="3072500"/>
            <a:ext cx="46814" cy="48127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4437792" y="3059906"/>
            <a:ext cx="46814" cy="48307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4478256" y="3047312"/>
            <a:ext cx="46814" cy="4848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518719" y="3034718"/>
            <a:ext cx="46814" cy="486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4559183" y="3022124"/>
            <a:ext cx="46814" cy="4884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4599646" y="3009530"/>
            <a:ext cx="46814" cy="490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4640110" y="2996935"/>
            <a:ext cx="46814" cy="49207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4680574" y="2984341"/>
            <a:ext cx="46814" cy="4938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4721037" y="2971747"/>
            <a:ext cx="46814" cy="4956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4761501" y="2959153"/>
            <a:ext cx="46814" cy="497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4801965" y="2946559"/>
            <a:ext cx="46814" cy="499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4842428" y="2933965"/>
            <a:ext cx="46814" cy="50106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4882892" y="2921370"/>
            <a:ext cx="46814" cy="5028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4923355" y="2908776"/>
            <a:ext cx="46814" cy="50466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4963819" y="2896182"/>
            <a:ext cx="46814" cy="5064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5004283" y="2883588"/>
            <a:ext cx="46814" cy="508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5044746" y="2870994"/>
            <a:ext cx="46814" cy="5100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5085210" y="2858400"/>
            <a:ext cx="46814" cy="511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125673" y="2845805"/>
            <a:ext cx="46814" cy="5136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166137" y="2833211"/>
            <a:ext cx="46814" cy="5154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206601" y="2820617"/>
            <a:ext cx="46814" cy="5172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247064" y="2811621"/>
            <a:ext cx="46814" cy="51995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287528" y="2806224"/>
            <a:ext cx="46814" cy="52355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327991" y="2800826"/>
            <a:ext cx="46814" cy="5271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368455" y="2795429"/>
            <a:ext cx="46814" cy="53075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408919" y="2790031"/>
            <a:ext cx="46814" cy="5343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449382" y="2784634"/>
            <a:ext cx="46814" cy="537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489846" y="2779236"/>
            <a:ext cx="46814" cy="54154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530310" y="2773839"/>
            <a:ext cx="46814" cy="5451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5570773" y="2768441"/>
            <a:ext cx="46814" cy="5487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5611237" y="2763044"/>
            <a:ext cx="46814" cy="5523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5651700" y="2757646"/>
            <a:ext cx="46814" cy="5559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5692164" y="2752249"/>
            <a:ext cx="46814" cy="559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732628" y="2746851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773091" y="2741454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813555" y="2736056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854018" y="2730659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894482" y="2725261"/>
            <a:ext cx="46814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934946" y="2719864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975409" y="2714466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015873" y="2709069"/>
            <a:ext cx="46814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7" name="Shape 315"/>
          <p:cNvSpPr/>
          <p:nvPr/>
        </p:nvSpPr>
        <p:spPr>
          <a:xfrm>
            <a:off x="6056336" y="2703671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8" name="Shape 316"/>
          <p:cNvSpPr/>
          <p:nvPr/>
        </p:nvSpPr>
        <p:spPr>
          <a:xfrm>
            <a:off x="6096800" y="2698274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137264" y="2692876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77727" y="2687479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218191" y="2679382"/>
            <a:ext cx="46814" cy="6036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58655" y="2668587"/>
            <a:ext cx="46814" cy="6018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299118" y="2657792"/>
            <a:ext cx="46814" cy="60002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339582" y="2646998"/>
            <a:ext cx="46814" cy="598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380045" y="2636202"/>
            <a:ext cx="46814" cy="596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420509" y="2625407"/>
            <a:ext cx="46814" cy="5946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460973" y="2614612"/>
            <a:ext cx="46814" cy="5928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501436" y="2603817"/>
            <a:ext cx="46814" cy="5910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9" name="Shape 327"/>
          <p:cNvSpPr/>
          <p:nvPr/>
        </p:nvSpPr>
        <p:spPr>
          <a:xfrm>
            <a:off x="6541900" y="2593023"/>
            <a:ext cx="46814" cy="589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0" name="Shape 328"/>
          <p:cNvSpPr/>
          <p:nvPr/>
        </p:nvSpPr>
        <p:spPr>
          <a:xfrm>
            <a:off x="6582363" y="2582227"/>
            <a:ext cx="46814" cy="5874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1" name="Shape 329"/>
          <p:cNvSpPr/>
          <p:nvPr/>
        </p:nvSpPr>
        <p:spPr>
          <a:xfrm>
            <a:off x="6622827" y="2571432"/>
            <a:ext cx="46814" cy="585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2" name="Shape 330"/>
          <p:cNvSpPr/>
          <p:nvPr/>
        </p:nvSpPr>
        <p:spPr>
          <a:xfrm>
            <a:off x="6663291" y="2560637"/>
            <a:ext cx="46814" cy="5838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703754" y="2549842"/>
            <a:ext cx="46814" cy="5820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744218" y="2539047"/>
            <a:ext cx="46814" cy="5802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784681" y="2528252"/>
            <a:ext cx="46814" cy="5784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825145" y="2517458"/>
            <a:ext cx="46814" cy="576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865609" y="2506663"/>
            <a:ext cx="46814" cy="574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906072" y="2495867"/>
            <a:ext cx="46814" cy="5730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946536" y="2485073"/>
            <a:ext cx="46814" cy="5712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987000" y="2474277"/>
            <a:ext cx="46814" cy="5694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1" name="Shape 339"/>
          <p:cNvSpPr/>
          <p:nvPr/>
        </p:nvSpPr>
        <p:spPr>
          <a:xfrm>
            <a:off x="7027463" y="2463483"/>
            <a:ext cx="46814" cy="567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2" name="Shape 340"/>
          <p:cNvSpPr/>
          <p:nvPr/>
        </p:nvSpPr>
        <p:spPr>
          <a:xfrm>
            <a:off x="7067927" y="2452688"/>
            <a:ext cx="46814" cy="56583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3" name="Shape 341"/>
          <p:cNvSpPr/>
          <p:nvPr/>
        </p:nvSpPr>
        <p:spPr>
          <a:xfrm>
            <a:off x="7108390" y="2441893"/>
            <a:ext cx="46814" cy="564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4" name="Shape 342"/>
          <p:cNvSpPr/>
          <p:nvPr/>
        </p:nvSpPr>
        <p:spPr>
          <a:xfrm>
            <a:off x="7148854" y="2431097"/>
            <a:ext cx="46814" cy="56224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5" name="Shape 343"/>
          <p:cNvSpPr/>
          <p:nvPr/>
        </p:nvSpPr>
        <p:spPr>
          <a:xfrm>
            <a:off x="7189318" y="2418503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6" name="Shape 344"/>
          <p:cNvSpPr/>
          <p:nvPr/>
        </p:nvSpPr>
        <p:spPr>
          <a:xfrm>
            <a:off x="7229781" y="2404110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7" name="Shape 345"/>
          <p:cNvSpPr/>
          <p:nvPr/>
        </p:nvSpPr>
        <p:spPr>
          <a:xfrm>
            <a:off x="7270245" y="2389717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8" name="Shape 346"/>
          <p:cNvSpPr/>
          <p:nvPr/>
        </p:nvSpPr>
        <p:spPr>
          <a:xfrm>
            <a:off x="7310708" y="2375323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9" name="Shape 347"/>
          <p:cNvSpPr/>
          <p:nvPr/>
        </p:nvSpPr>
        <p:spPr>
          <a:xfrm>
            <a:off x="7351172" y="2360930"/>
            <a:ext cx="46814" cy="5775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0" name="Shape 348"/>
          <p:cNvSpPr/>
          <p:nvPr/>
        </p:nvSpPr>
        <p:spPr>
          <a:xfrm>
            <a:off x="7391636" y="2346537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1" name="Shape 349"/>
          <p:cNvSpPr/>
          <p:nvPr/>
        </p:nvSpPr>
        <p:spPr>
          <a:xfrm>
            <a:off x="7432099" y="2332143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2" name="Shape 350"/>
          <p:cNvSpPr/>
          <p:nvPr/>
        </p:nvSpPr>
        <p:spPr>
          <a:xfrm>
            <a:off x="7472563" y="2317750"/>
            <a:ext cx="46814" cy="5883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3" name="Shape 351"/>
          <p:cNvSpPr/>
          <p:nvPr/>
        </p:nvSpPr>
        <p:spPr>
          <a:xfrm>
            <a:off x="7513026" y="2303357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4" name="Shape 352"/>
          <p:cNvSpPr/>
          <p:nvPr/>
        </p:nvSpPr>
        <p:spPr>
          <a:xfrm>
            <a:off x="7553490" y="2288963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5" name="Shape 353"/>
          <p:cNvSpPr/>
          <p:nvPr/>
        </p:nvSpPr>
        <p:spPr>
          <a:xfrm>
            <a:off x="7593954" y="2274570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6" name="Shape 354"/>
          <p:cNvSpPr/>
          <p:nvPr/>
        </p:nvSpPr>
        <p:spPr>
          <a:xfrm>
            <a:off x="7634417" y="2260177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7" name="Shape 355"/>
          <p:cNvSpPr/>
          <p:nvPr/>
        </p:nvSpPr>
        <p:spPr>
          <a:xfrm>
            <a:off x="7674881" y="2245783"/>
            <a:ext cx="46814" cy="606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8" name="Shape 356"/>
          <p:cNvSpPr/>
          <p:nvPr/>
        </p:nvSpPr>
        <p:spPr>
          <a:xfrm>
            <a:off x="7715345" y="2231390"/>
            <a:ext cx="46814" cy="6099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9" name="Shape 357"/>
          <p:cNvSpPr/>
          <p:nvPr/>
        </p:nvSpPr>
        <p:spPr>
          <a:xfrm>
            <a:off x="7755808" y="2216997"/>
            <a:ext cx="46814" cy="613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0" name="Shape 358"/>
          <p:cNvSpPr/>
          <p:nvPr/>
        </p:nvSpPr>
        <p:spPr>
          <a:xfrm>
            <a:off x="7796272" y="2202603"/>
            <a:ext cx="46814" cy="61711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836735" y="2188210"/>
            <a:ext cx="46814" cy="6207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2" name="Shape 360"/>
          <p:cNvSpPr/>
          <p:nvPr/>
        </p:nvSpPr>
        <p:spPr>
          <a:xfrm>
            <a:off x="7877199" y="2173817"/>
            <a:ext cx="46814" cy="624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917663" y="2159423"/>
            <a:ext cx="46814" cy="627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958126" y="2145030"/>
            <a:ext cx="46814" cy="6315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998590" y="2130637"/>
            <a:ext cx="46814" cy="635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6" name="Shape 364"/>
          <p:cNvSpPr/>
          <p:nvPr/>
        </p:nvSpPr>
        <p:spPr>
          <a:xfrm>
            <a:off x="8039053" y="2116243"/>
            <a:ext cx="46814" cy="63870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7" name="Shape 365"/>
          <p:cNvSpPr/>
          <p:nvPr/>
        </p:nvSpPr>
        <p:spPr>
          <a:xfrm>
            <a:off x="8079517" y="2101850"/>
            <a:ext cx="46814" cy="6423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119981" y="2087457"/>
            <a:ext cx="46814" cy="645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9" name="Shape 36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70" name="Text 36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71" name="Text 36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72" name="Text 37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73" name="Text 37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74" name="Text 37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75" name="Text 37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76" name="Text 37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77" name="Shape 37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79" name="Shape 37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1" name="Text 37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82" name="Shape 38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85" name="Shape 38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88" name="Shape 38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91" name="Shape 38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94" name="Text 39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109</Slides>
  <Notes>109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2026-07-16T19:27:36Z</dcterms:created>
  <dcterms:modified xsi:type="dcterms:W3CDTF">2026-07-16T19:27:36Z</dcterms:modified>
</cp:coreProperties>
</file>