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</p:sldIdLst>
  <p:notesMasterIdLst>
    <p:notesMasterId r:id="rId1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notesMaster" Target="notesMasters/notesMaster1.xml"/><Relationship Id="rId120" Type="http://schemas.openxmlformats.org/officeDocument/2006/relationships/presProps" Target="presProps.xml"/><Relationship Id="rId121" Type="http://schemas.openxmlformats.org/officeDocument/2006/relationships/viewProps" Target="viewProps.xml"/><Relationship Id="rId122" Type="http://schemas.openxmlformats.org/officeDocument/2006/relationships/theme" Target="theme/theme1.xml"/><Relationship Id="rId1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3552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2279"/>
            <a:ext cx="56159" cy="433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27551" y="4659478"/>
            <a:ext cx="56159" cy="4459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77360" y="4646676"/>
            <a:ext cx="56159" cy="4587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27170" y="4633874"/>
            <a:ext cx="56159" cy="47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76979" y="4621073"/>
            <a:ext cx="56159" cy="4843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226789" y="4608271"/>
            <a:ext cx="56159" cy="497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76598" y="4595470"/>
            <a:ext cx="56159" cy="5099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407" y="4582668"/>
            <a:ext cx="56159" cy="5227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76217" y="4569866"/>
            <a:ext cx="56159" cy="5355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426026" y="4557065"/>
            <a:ext cx="56159" cy="5483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475836" y="4544263"/>
            <a:ext cx="56159" cy="561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525645" y="4531462"/>
            <a:ext cx="56159" cy="5739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575454" y="4518660"/>
            <a:ext cx="56159" cy="5867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625264" y="4505858"/>
            <a:ext cx="56159" cy="599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675073" y="4493057"/>
            <a:ext cx="56159" cy="612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724883" y="4480255"/>
            <a:ext cx="56159" cy="625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774692" y="4467454"/>
            <a:ext cx="56159" cy="6379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824501" y="4454652"/>
            <a:ext cx="56159" cy="650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874311" y="4441850"/>
            <a:ext cx="56159" cy="663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924120" y="4429049"/>
            <a:ext cx="56159" cy="6763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973930" y="4415714"/>
            <a:ext cx="56159" cy="6896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5023739" y="4401845"/>
            <a:ext cx="56159" cy="7035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5073548" y="4387977"/>
            <a:ext cx="56159" cy="7174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5123358" y="4374109"/>
            <a:ext cx="56159" cy="7312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73167" y="4360240"/>
            <a:ext cx="56159" cy="745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222977" y="4346372"/>
            <a:ext cx="56159" cy="7590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272786" y="4332503"/>
            <a:ext cx="56159" cy="7728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322595" y="4318635"/>
            <a:ext cx="56159" cy="786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372405" y="4304767"/>
            <a:ext cx="56159" cy="800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422214" y="4290898"/>
            <a:ext cx="56159" cy="8145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472024" y="4277030"/>
            <a:ext cx="56159" cy="8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521833" y="4263161"/>
            <a:ext cx="56159" cy="842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571642" y="4249293"/>
            <a:ext cx="56159" cy="856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621452" y="4235425"/>
            <a:ext cx="56159" cy="8699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671261" y="4221556"/>
            <a:ext cx="56159" cy="883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721071" y="4207688"/>
            <a:ext cx="56159" cy="8977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770880" y="4193819"/>
            <a:ext cx="56159" cy="9115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820689" y="4179951"/>
            <a:ext cx="56159" cy="9254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870499" y="4166083"/>
            <a:ext cx="56159" cy="9393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920308" y="4152214"/>
            <a:ext cx="56159" cy="953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970118" y="4137279"/>
            <a:ext cx="56159" cy="968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6019927" y="4121277"/>
            <a:ext cx="56159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6069736" y="4105275"/>
            <a:ext cx="56159" cy="10001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6119546" y="4089273"/>
            <a:ext cx="56159" cy="1016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169355" y="4073271"/>
            <a:ext cx="56159" cy="1032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6219165" y="4057269"/>
            <a:ext cx="56159" cy="10481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6268974" y="4041267"/>
            <a:ext cx="56159" cy="1064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318783" y="4025265"/>
            <a:ext cx="56159" cy="10801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368593" y="4009263"/>
            <a:ext cx="56159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418402" y="3993261"/>
            <a:ext cx="56159" cy="11121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468212" y="3977259"/>
            <a:ext cx="56159" cy="1128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518021" y="3961257"/>
            <a:ext cx="56159" cy="1144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567830" y="3945255"/>
            <a:ext cx="56159" cy="1160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617640" y="3929253"/>
            <a:ext cx="56159" cy="11761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667449" y="3913251"/>
            <a:ext cx="56159" cy="11921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717259" y="3897249"/>
            <a:ext cx="56159" cy="12081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767068" y="3881247"/>
            <a:ext cx="56159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816877" y="3865245"/>
            <a:ext cx="56159" cy="12401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866687" y="3849243"/>
            <a:ext cx="56159" cy="1256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916496" y="3833241"/>
            <a:ext cx="56159" cy="12721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966306" y="3817772"/>
            <a:ext cx="56159" cy="12876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7016115" y="3802837"/>
            <a:ext cx="56159" cy="13025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7065924" y="3787902"/>
            <a:ext cx="56159" cy="13174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7115734" y="3772967"/>
            <a:ext cx="56159" cy="1332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7165543" y="3758032"/>
            <a:ext cx="56159" cy="13473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7215353" y="3743096"/>
            <a:ext cx="56159" cy="1362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7265162" y="3728161"/>
            <a:ext cx="56159" cy="1377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7314971" y="3713226"/>
            <a:ext cx="56159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364781" y="3698291"/>
            <a:ext cx="56159" cy="1407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414590" y="3683356"/>
            <a:ext cx="56159" cy="14220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464400" y="3668420"/>
            <a:ext cx="56159" cy="14369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514209" y="3653485"/>
            <a:ext cx="56159" cy="14519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564018" y="3638550"/>
            <a:ext cx="56159" cy="14668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613828" y="3623615"/>
            <a:ext cx="56159" cy="1481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663637" y="3608680"/>
            <a:ext cx="56159" cy="149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713447" y="3593744"/>
            <a:ext cx="56159" cy="1511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763256" y="3578809"/>
            <a:ext cx="56159" cy="15265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813065" y="3563874"/>
            <a:ext cx="56159" cy="154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862875" y="3548939"/>
            <a:ext cx="56159" cy="1556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912684" y="3534004"/>
            <a:ext cx="56159" cy="1571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977742" y="3924452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4027551" y="3909517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4077360" y="3894582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4127170" y="3879647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4176979" y="3864712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4226789" y="3849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4276598" y="3834841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326407" y="3819906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376217" y="380497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426026" y="3790036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475836" y="3775100"/>
            <a:ext cx="56159" cy="7691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525645" y="3760165"/>
            <a:ext cx="56159" cy="7712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575454" y="3745230"/>
            <a:ext cx="56159" cy="773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625264" y="3730295"/>
            <a:ext cx="56159" cy="7755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675073" y="3715360"/>
            <a:ext cx="56159" cy="7776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724883" y="3700424"/>
            <a:ext cx="56159" cy="7798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774692" y="3685489"/>
            <a:ext cx="56159" cy="7819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824501" y="3670554"/>
            <a:ext cx="56159" cy="784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874311" y="3655619"/>
            <a:ext cx="56159" cy="7862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924120" y="3640684"/>
            <a:ext cx="56159" cy="7883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973930" y="3626815"/>
            <a:ext cx="56159" cy="7888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023739" y="3614014"/>
            <a:ext cx="56159" cy="7878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073548" y="3601212"/>
            <a:ext cx="56159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123358" y="3588410"/>
            <a:ext cx="56159" cy="7856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73167" y="3575609"/>
            <a:ext cx="56159" cy="7846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222977" y="3562807"/>
            <a:ext cx="56159" cy="783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272786" y="3550006"/>
            <a:ext cx="56159" cy="7824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5322595" y="3537204"/>
            <a:ext cx="56159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5372405" y="3524402"/>
            <a:ext cx="56159" cy="7803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422214" y="3511601"/>
            <a:ext cx="56159" cy="7792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5472024" y="3498799"/>
            <a:ext cx="56159" cy="7782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521833" y="3485998"/>
            <a:ext cx="56159" cy="7771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5571642" y="3473196"/>
            <a:ext cx="56159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5621452" y="3460394"/>
            <a:ext cx="56159" cy="7750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5671261" y="3447593"/>
            <a:ext cx="56159" cy="7739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5721071" y="3434791"/>
            <a:ext cx="56159" cy="7728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770880" y="3421990"/>
            <a:ext cx="56159" cy="7718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5820689" y="3409188"/>
            <a:ext cx="56159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5870499" y="3396386"/>
            <a:ext cx="56159" cy="769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920308" y="3383585"/>
            <a:ext cx="56159" cy="768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970118" y="3370250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019927" y="335638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069736" y="3342513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119546" y="3328645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6169355" y="3314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219165" y="3300908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268974" y="3287039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318783" y="3273171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6368593" y="3259303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418402" y="3245434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468212" y="3231566"/>
            <a:ext cx="56159" cy="7456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518021" y="3217697"/>
            <a:ext cx="56159" cy="7435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567830" y="3203829"/>
            <a:ext cx="56159" cy="7414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617640" y="3189961"/>
            <a:ext cx="56159" cy="7392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667449" y="3176092"/>
            <a:ext cx="56159" cy="7371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717259" y="3162224"/>
            <a:ext cx="56159" cy="7350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767068" y="3148355"/>
            <a:ext cx="56159" cy="7328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16877" y="3134487"/>
            <a:ext cx="56159" cy="7307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866687" y="3120619"/>
            <a:ext cx="56159" cy="7286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916496" y="3106750"/>
            <a:ext cx="56159" cy="726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966306" y="3094482"/>
            <a:ext cx="56159" cy="723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016115" y="3083814"/>
            <a:ext cx="56159" cy="7190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7065924" y="3073146"/>
            <a:ext cx="56159" cy="7147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7115734" y="3062478"/>
            <a:ext cx="56159" cy="7104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7165543" y="3051810"/>
            <a:ext cx="56159" cy="7062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7215353" y="3041142"/>
            <a:ext cx="56159" cy="7019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7265162" y="3030474"/>
            <a:ext cx="56159" cy="6976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7314971" y="3019806"/>
            <a:ext cx="56159" cy="6934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7364781" y="3009138"/>
            <a:ext cx="56159" cy="6891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7414590" y="2998470"/>
            <a:ext cx="56159" cy="6848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7464400" y="2987802"/>
            <a:ext cx="56159" cy="6806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514209" y="2977134"/>
            <a:ext cx="56159" cy="6763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7564018" y="2966466"/>
            <a:ext cx="56159" cy="6720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7613828" y="2955798"/>
            <a:ext cx="56159" cy="6678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7663637" y="2945130"/>
            <a:ext cx="56159" cy="6635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7713447" y="2934462"/>
            <a:ext cx="56159" cy="6592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7763256" y="2923794"/>
            <a:ext cx="56159" cy="6550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813065" y="2913126"/>
            <a:ext cx="56159" cy="65074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7862875" y="2902458"/>
            <a:ext cx="56159" cy="6464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7912684" y="2891790"/>
            <a:ext cx="56159" cy="6422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177" name="Text 175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988914" y="3528822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85141" y="247280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4011361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36604" y="2833624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47565" y="3147597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160561" y="1964825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54565" y="4898839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223360" y="4435602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58382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72323" y="2978031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028721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24716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012251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119785" y="22769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702080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430116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5900" y="0"/>
                </a:moveTo>
                <a:lnTo>
                  <a:pt x="1637972" y="7802"/>
                </a:lnTo>
                <a:lnTo>
                  <a:pt x="1788447" y="31127"/>
                </a:lnTo>
                <a:lnTo>
                  <a:pt x="1935745" y="69730"/>
                </a:lnTo>
                <a:lnTo>
                  <a:pt x="2078318" y="123204"/>
                </a:lnTo>
                <a:lnTo>
                  <a:pt x="2214670" y="190990"/>
                </a:lnTo>
                <a:lnTo>
                  <a:pt x="2343369" y="272374"/>
                </a:lnTo>
                <a:lnTo>
                  <a:pt x="2463063" y="366502"/>
                </a:lnTo>
                <a:lnTo>
                  <a:pt x="2572495" y="472386"/>
                </a:lnTo>
                <a:lnTo>
                  <a:pt x="2670516" y="588914"/>
                </a:lnTo>
                <a:lnTo>
                  <a:pt x="2756096" y="714861"/>
                </a:lnTo>
                <a:lnTo>
                  <a:pt x="2828337" y="848906"/>
                </a:lnTo>
                <a:lnTo>
                  <a:pt x="2886480" y="989640"/>
                </a:lnTo>
                <a:lnTo>
                  <a:pt x="2929915" y="1135586"/>
                </a:lnTo>
                <a:lnTo>
                  <a:pt x="2958185" y="1285211"/>
                </a:lnTo>
                <a:lnTo>
                  <a:pt x="2970993" y="1436943"/>
                </a:lnTo>
                <a:lnTo>
                  <a:pt x="2968206" y="1589189"/>
                </a:lnTo>
                <a:lnTo>
                  <a:pt x="2949851" y="1740351"/>
                </a:lnTo>
                <a:lnTo>
                  <a:pt x="2916123" y="188884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2916123" y="1888841"/>
                </a:moveTo>
                <a:lnTo>
                  <a:pt x="2868374" y="2030569"/>
                </a:lnTo>
                <a:lnTo>
                  <a:pt x="2806621" y="2166779"/>
                </a:lnTo>
                <a:lnTo>
                  <a:pt x="2731488" y="2296092"/>
                </a:lnTo>
                <a:lnTo>
                  <a:pt x="2643736" y="2417197"/>
                </a:lnTo>
                <a:lnTo>
                  <a:pt x="2544256" y="2528868"/>
                </a:lnTo>
                <a:lnTo>
                  <a:pt x="2434054" y="2629973"/>
                </a:lnTo>
                <a:lnTo>
                  <a:pt x="2314247" y="2719488"/>
                </a:lnTo>
                <a:lnTo>
                  <a:pt x="2186049" y="2796507"/>
                </a:lnTo>
                <a:lnTo>
                  <a:pt x="2050757" y="2860249"/>
                </a:lnTo>
                <a:lnTo>
                  <a:pt x="1909744" y="2910068"/>
                </a:lnTo>
                <a:lnTo>
                  <a:pt x="1764437" y="2945460"/>
                </a:lnTo>
                <a:lnTo>
                  <a:pt x="1616308" y="2966066"/>
                </a:lnTo>
                <a:lnTo>
                  <a:pt x="1466858" y="2971678"/>
                </a:lnTo>
                <a:lnTo>
                  <a:pt x="1317601" y="2962238"/>
                </a:lnTo>
                <a:lnTo>
                  <a:pt x="1170049" y="2937843"/>
                </a:lnTo>
                <a:lnTo>
                  <a:pt x="1025697" y="2898738"/>
                </a:lnTo>
                <a:lnTo>
                  <a:pt x="886007" y="2845321"/>
                </a:lnTo>
                <a:lnTo>
                  <a:pt x="752393" y="2778133"/>
                </a:lnTo>
                <a:lnTo>
                  <a:pt x="626211" y="2697854"/>
                </a:lnTo>
                <a:lnTo>
                  <a:pt x="508737" y="2605298"/>
                </a:lnTo>
                <a:lnTo>
                  <a:pt x="401163" y="2501402"/>
                </a:lnTo>
                <a:lnTo>
                  <a:pt x="304577" y="2387218"/>
                </a:lnTo>
                <a:lnTo>
                  <a:pt x="219958" y="2263904"/>
                </a:lnTo>
                <a:lnTo>
                  <a:pt x="148164" y="2132708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164" y="2132708"/>
                </a:moveTo>
                <a:lnTo>
                  <a:pt x="88992" y="1992403"/>
                </a:lnTo>
                <a:lnTo>
                  <a:pt x="44489" y="1846779"/>
                </a:lnTo>
                <a:lnTo>
                  <a:pt x="15124" y="1697366"/>
                </a:lnTo>
                <a:lnTo>
                  <a:pt x="1205" y="1545731"/>
                </a:lnTo>
                <a:lnTo>
                  <a:pt x="2878" y="1393468"/>
                </a:lnTo>
                <a:lnTo>
                  <a:pt x="20125" y="1242176"/>
                </a:lnTo>
                <a:lnTo>
                  <a:pt x="52765" y="1093444"/>
                </a:lnTo>
                <a:lnTo>
                  <a:pt x="100455" y="948833"/>
                </a:lnTo>
                <a:lnTo>
                  <a:pt x="162695" y="809862"/>
                </a:lnTo>
                <a:lnTo>
                  <a:pt x="238831" y="677990"/>
                </a:lnTo>
                <a:lnTo>
                  <a:pt x="328064" y="554603"/>
                </a:lnTo>
                <a:lnTo>
                  <a:pt x="429455" y="440997"/>
                </a:lnTo>
                <a:lnTo>
                  <a:pt x="541941" y="338363"/>
                </a:lnTo>
                <a:lnTo>
                  <a:pt x="664341" y="247781"/>
                </a:lnTo>
                <a:lnTo>
                  <a:pt x="795368" y="17020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795368" y="170201"/>
                </a:moveTo>
                <a:lnTo>
                  <a:pt x="925575" y="109697"/>
                </a:lnTo>
                <a:lnTo>
                  <a:pt x="1061013" y="62043"/>
                </a:lnTo>
                <a:lnTo>
                  <a:pt x="1200419" y="27682"/>
                </a:lnTo>
                <a:lnTo>
                  <a:pt x="1342490" y="6937"/>
                </a:lnTo>
                <a:lnTo>
                  <a:pt x="1485900" y="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5900" y="0"/>
                </a:moveTo>
                <a:lnTo>
                  <a:pt x="1637972" y="7802"/>
                </a:lnTo>
                <a:lnTo>
                  <a:pt x="1788447" y="31127"/>
                </a:lnTo>
                <a:lnTo>
                  <a:pt x="1935745" y="69730"/>
                </a:lnTo>
                <a:lnTo>
                  <a:pt x="2078318" y="123204"/>
                </a:lnTo>
                <a:lnTo>
                  <a:pt x="2214670" y="190990"/>
                </a:lnTo>
                <a:lnTo>
                  <a:pt x="2343369" y="272374"/>
                </a:lnTo>
                <a:lnTo>
                  <a:pt x="2463063" y="366502"/>
                </a:lnTo>
                <a:lnTo>
                  <a:pt x="2572495" y="472386"/>
                </a:lnTo>
                <a:lnTo>
                  <a:pt x="2670516" y="588914"/>
                </a:lnTo>
                <a:lnTo>
                  <a:pt x="2756096" y="714861"/>
                </a:lnTo>
                <a:lnTo>
                  <a:pt x="2828337" y="848906"/>
                </a:lnTo>
                <a:lnTo>
                  <a:pt x="2886480" y="989640"/>
                </a:lnTo>
                <a:lnTo>
                  <a:pt x="2929915" y="1135586"/>
                </a:lnTo>
                <a:lnTo>
                  <a:pt x="2958185" y="1285211"/>
                </a:lnTo>
                <a:lnTo>
                  <a:pt x="2970993" y="1436943"/>
                </a:lnTo>
                <a:lnTo>
                  <a:pt x="2968206" y="1589189"/>
                </a:lnTo>
                <a:lnTo>
                  <a:pt x="2949851" y="1740351"/>
                </a:lnTo>
                <a:lnTo>
                  <a:pt x="2916123" y="188884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2916123" y="1888841"/>
                </a:moveTo>
                <a:lnTo>
                  <a:pt x="2868374" y="2030569"/>
                </a:lnTo>
                <a:lnTo>
                  <a:pt x="2806621" y="2166779"/>
                </a:lnTo>
                <a:lnTo>
                  <a:pt x="2731488" y="2296092"/>
                </a:lnTo>
                <a:lnTo>
                  <a:pt x="2643736" y="2417197"/>
                </a:lnTo>
                <a:lnTo>
                  <a:pt x="2544256" y="2528868"/>
                </a:lnTo>
                <a:lnTo>
                  <a:pt x="2434054" y="2629973"/>
                </a:lnTo>
                <a:lnTo>
                  <a:pt x="2314247" y="2719488"/>
                </a:lnTo>
                <a:lnTo>
                  <a:pt x="2186049" y="2796507"/>
                </a:lnTo>
                <a:lnTo>
                  <a:pt x="2050757" y="2860249"/>
                </a:lnTo>
                <a:lnTo>
                  <a:pt x="1909744" y="2910068"/>
                </a:lnTo>
                <a:lnTo>
                  <a:pt x="1764437" y="2945460"/>
                </a:lnTo>
                <a:lnTo>
                  <a:pt x="1616308" y="2966066"/>
                </a:lnTo>
                <a:lnTo>
                  <a:pt x="1466858" y="2971678"/>
                </a:lnTo>
                <a:lnTo>
                  <a:pt x="1317601" y="2962238"/>
                </a:lnTo>
                <a:lnTo>
                  <a:pt x="1170049" y="2937843"/>
                </a:lnTo>
                <a:lnTo>
                  <a:pt x="1025697" y="2898738"/>
                </a:lnTo>
                <a:lnTo>
                  <a:pt x="886007" y="2845321"/>
                </a:lnTo>
                <a:lnTo>
                  <a:pt x="752393" y="2778133"/>
                </a:lnTo>
                <a:lnTo>
                  <a:pt x="626211" y="2697854"/>
                </a:lnTo>
                <a:lnTo>
                  <a:pt x="508737" y="2605298"/>
                </a:lnTo>
                <a:lnTo>
                  <a:pt x="401163" y="2501402"/>
                </a:lnTo>
                <a:lnTo>
                  <a:pt x="304577" y="2387218"/>
                </a:lnTo>
                <a:lnTo>
                  <a:pt x="219958" y="2263904"/>
                </a:lnTo>
                <a:lnTo>
                  <a:pt x="148164" y="2132708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164" y="2132708"/>
                </a:moveTo>
                <a:lnTo>
                  <a:pt x="88992" y="1992403"/>
                </a:lnTo>
                <a:lnTo>
                  <a:pt x="44489" y="1846779"/>
                </a:lnTo>
                <a:lnTo>
                  <a:pt x="15124" y="1697366"/>
                </a:lnTo>
                <a:lnTo>
                  <a:pt x="1205" y="1545731"/>
                </a:lnTo>
                <a:lnTo>
                  <a:pt x="2878" y="1393468"/>
                </a:lnTo>
                <a:lnTo>
                  <a:pt x="20125" y="1242176"/>
                </a:lnTo>
                <a:lnTo>
                  <a:pt x="52765" y="1093444"/>
                </a:lnTo>
                <a:lnTo>
                  <a:pt x="100455" y="948833"/>
                </a:lnTo>
                <a:lnTo>
                  <a:pt x="162695" y="809862"/>
                </a:lnTo>
                <a:lnTo>
                  <a:pt x="238831" y="677990"/>
                </a:lnTo>
                <a:lnTo>
                  <a:pt x="328064" y="554603"/>
                </a:lnTo>
                <a:lnTo>
                  <a:pt x="429455" y="440997"/>
                </a:lnTo>
                <a:lnTo>
                  <a:pt x="541941" y="338363"/>
                </a:lnTo>
                <a:lnTo>
                  <a:pt x="664341" y="247781"/>
                </a:lnTo>
                <a:lnTo>
                  <a:pt x="795368" y="17020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795368" y="170201"/>
                </a:moveTo>
                <a:lnTo>
                  <a:pt x="925575" y="109697"/>
                </a:lnTo>
                <a:lnTo>
                  <a:pt x="1061013" y="62043"/>
                </a:lnTo>
                <a:lnTo>
                  <a:pt x="1200419" y="27682"/>
                </a:lnTo>
                <a:lnTo>
                  <a:pt x="1342490" y="6937"/>
                </a:lnTo>
                <a:lnTo>
                  <a:pt x="1485900" y="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— Revenue by region and product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Violin — Response 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798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864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33776" y="4411980"/>
            <a:ext cx="1685544" cy="266700"/>
          </a:xfrm>
          <a:custGeom>
            <a:avLst/>
            <a:gdLst/>
            <a:ahLst/>
            <a:cxnLst/>
            <a:rect l="l" t="t" r="r" b="b"/>
            <a:pathLst>
              <a:path w="1685544" h="266700">
                <a:moveTo>
                  <a:pt x="1033777" y="266700"/>
                </a:moveTo>
                <a:lnTo>
                  <a:pt x="1070442" y="260032"/>
                </a:lnTo>
                <a:lnTo>
                  <a:pt x="1110864" y="253365"/>
                </a:lnTo>
                <a:lnTo>
                  <a:pt x="1154707" y="246697"/>
                </a:lnTo>
                <a:lnTo>
                  <a:pt x="1201478" y="240030"/>
                </a:lnTo>
                <a:lnTo>
                  <a:pt x="1250533" y="233362"/>
                </a:lnTo>
                <a:lnTo>
                  <a:pt x="1301085" y="226695"/>
                </a:lnTo>
                <a:lnTo>
                  <a:pt x="1352233" y="220027"/>
                </a:lnTo>
                <a:lnTo>
                  <a:pt x="1402991" y="213360"/>
                </a:lnTo>
                <a:lnTo>
                  <a:pt x="1452321" y="206693"/>
                </a:lnTo>
                <a:lnTo>
                  <a:pt x="1499178" y="200025"/>
                </a:lnTo>
                <a:lnTo>
                  <a:pt x="1542545" y="193357"/>
                </a:lnTo>
                <a:lnTo>
                  <a:pt x="1581477" y="186690"/>
                </a:lnTo>
                <a:lnTo>
                  <a:pt x="1615135" y="180022"/>
                </a:lnTo>
                <a:lnTo>
                  <a:pt x="1642818" y="173355"/>
                </a:lnTo>
                <a:lnTo>
                  <a:pt x="1663980" y="166687"/>
                </a:lnTo>
                <a:lnTo>
                  <a:pt x="1678251" y="160020"/>
                </a:lnTo>
                <a:lnTo>
                  <a:pt x="1685443" y="153352"/>
                </a:lnTo>
                <a:lnTo>
                  <a:pt x="1685544" y="146685"/>
                </a:lnTo>
                <a:lnTo>
                  <a:pt x="1678717" y="140018"/>
                </a:lnTo>
                <a:lnTo>
                  <a:pt x="1665279" y="133350"/>
                </a:lnTo>
                <a:lnTo>
                  <a:pt x="1645686" y="126682"/>
                </a:lnTo>
                <a:lnTo>
                  <a:pt x="1620508" y="120015"/>
                </a:lnTo>
                <a:lnTo>
                  <a:pt x="1590404" y="113347"/>
                </a:lnTo>
                <a:lnTo>
                  <a:pt x="1556094" y="106680"/>
                </a:lnTo>
                <a:lnTo>
                  <a:pt x="1518338" y="100013"/>
                </a:lnTo>
                <a:lnTo>
                  <a:pt x="1477903" y="93345"/>
                </a:lnTo>
                <a:lnTo>
                  <a:pt x="1435549" y="86677"/>
                </a:lnTo>
                <a:lnTo>
                  <a:pt x="1392006" y="80010"/>
                </a:lnTo>
                <a:lnTo>
                  <a:pt x="1347960" y="73343"/>
                </a:lnTo>
                <a:lnTo>
                  <a:pt x="1304039" y="66675"/>
                </a:lnTo>
                <a:lnTo>
                  <a:pt x="1260809" y="60007"/>
                </a:lnTo>
                <a:lnTo>
                  <a:pt x="1218766" y="53340"/>
                </a:lnTo>
                <a:lnTo>
                  <a:pt x="1178333" y="46672"/>
                </a:lnTo>
                <a:lnTo>
                  <a:pt x="1139866" y="40005"/>
                </a:lnTo>
                <a:lnTo>
                  <a:pt x="1103650" y="33337"/>
                </a:lnTo>
                <a:lnTo>
                  <a:pt x="1069902" y="26670"/>
                </a:lnTo>
                <a:lnTo>
                  <a:pt x="1038777" y="20002"/>
                </a:lnTo>
                <a:lnTo>
                  <a:pt x="1010369" y="13335"/>
                </a:lnTo>
                <a:lnTo>
                  <a:pt x="984716" y="6668"/>
                </a:lnTo>
                <a:lnTo>
                  <a:pt x="961801" y="0"/>
                </a:lnTo>
                <a:lnTo>
                  <a:pt x="723743" y="0"/>
                </a:lnTo>
                <a:lnTo>
                  <a:pt x="700828" y="6668"/>
                </a:lnTo>
                <a:lnTo>
                  <a:pt x="675175" y="13335"/>
                </a:lnTo>
                <a:lnTo>
                  <a:pt x="646767" y="20002"/>
                </a:lnTo>
                <a:lnTo>
                  <a:pt x="615642" y="26670"/>
                </a:lnTo>
                <a:lnTo>
                  <a:pt x="581894" y="33337"/>
                </a:lnTo>
                <a:lnTo>
                  <a:pt x="545678" y="40005"/>
                </a:lnTo>
                <a:lnTo>
                  <a:pt x="507211" y="46672"/>
                </a:lnTo>
                <a:lnTo>
                  <a:pt x="466778" y="53340"/>
                </a:lnTo>
                <a:lnTo>
                  <a:pt x="424735" y="60007"/>
                </a:lnTo>
                <a:lnTo>
                  <a:pt x="381505" y="66675"/>
                </a:lnTo>
                <a:lnTo>
                  <a:pt x="337584" y="73343"/>
                </a:lnTo>
                <a:lnTo>
                  <a:pt x="293538" y="80010"/>
                </a:lnTo>
                <a:lnTo>
                  <a:pt x="249995" y="86677"/>
                </a:lnTo>
                <a:lnTo>
                  <a:pt x="207641" y="93345"/>
                </a:lnTo>
                <a:lnTo>
                  <a:pt x="167206" y="100013"/>
                </a:lnTo>
                <a:lnTo>
                  <a:pt x="129450" y="106680"/>
                </a:lnTo>
                <a:lnTo>
                  <a:pt x="95140" y="113347"/>
                </a:lnTo>
                <a:lnTo>
                  <a:pt x="65036" y="120015"/>
                </a:lnTo>
                <a:lnTo>
                  <a:pt x="39858" y="126682"/>
                </a:lnTo>
                <a:lnTo>
                  <a:pt x="20265" y="133350"/>
                </a:lnTo>
                <a:lnTo>
                  <a:pt x="6827" y="140018"/>
                </a:lnTo>
                <a:lnTo>
                  <a:pt x="0" y="146685"/>
                </a:lnTo>
                <a:lnTo>
                  <a:pt x="101" y="153352"/>
                </a:lnTo>
                <a:lnTo>
                  <a:pt x="7293" y="160020"/>
                </a:lnTo>
                <a:lnTo>
                  <a:pt x="21564" y="166687"/>
                </a:lnTo>
                <a:lnTo>
                  <a:pt x="42726" y="173355"/>
                </a:lnTo>
                <a:lnTo>
                  <a:pt x="70409" y="180022"/>
                </a:lnTo>
                <a:lnTo>
                  <a:pt x="104067" y="186690"/>
                </a:lnTo>
                <a:lnTo>
                  <a:pt x="142999" y="193357"/>
                </a:lnTo>
                <a:lnTo>
                  <a:pt x="186366" y="200025"/>
                </a:lnTo>
                <a:lnTo>
                  <a:pt x="233223" y="206693"/>
                </a:lnTo>
                <a:lnTo>
                  <a:pt x="282553" y="213360"/>
                </a:lnTo>
                <a:lnTo>
                  <a:pt x="333311" y="220027"/>
                </a:lnTo>
                <a:lnTo>
                  <a:pt x="384459" y="226695"/>
                </a:lnTo>
                <a:lnTo>
                  <a:pt x="435011" y="233362"/>
                </a:lnTo>
                <a:lnTo>
                  <a:pt x="484066" y="240030"/>
                </a:lnTo>
                <a:lnTo>
                  <a:pt x="530837" y="246697"/>
                </a:lnTo>
                <a:lnTo>
                  <a:pt x="574680" y="253365"/>
                </a:lnTo>
                <a:lnTo>
                  <a:pt x="615102" y="260032"/>
                </a:lnTo>
                <a:lnTo>
                  <a:pt x="651767" y="26670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81577" y="4559332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40376" y="4007187"/>
            <a:ext cx="1685544" cy="396200"/>
          </a:xfrm>
          <a:custGeom>
            <a:avLst/>
            <a:gdLst/>
            <a:ahLst/>
            <a:cxnLst/>
            <a:rect l="l" t="t" r="r" b="b"/>
            <a:pathLst>
              <a:path w="1685544" h="396200">
                <a:moveTo>
                  <a:pt x="1014916" y="396200"/>
                </a:moveTo>
                <a:lnTo>
                  <a:pt x="1059531" y="386295"/>
                </a:lnTo>
                <a:lnTo>
                  <a:pt x="1110209" y="376390"/>
                </a:lnTo>
                <a:lnTo>
                  <a:pt x="1166302" y="366485"/>
                </a:lnTo>
                <a:lnTo>
                  <a:pt x="1226780" y="356580"/>
                </a:lnTo>
                <a:lnTo>
                  <a:pt x="1290238" y="346675"/>
                </a:lnTo>
                <a:lnTo>
                  <a:pt x="1354950" y="336770"/>
                </a:lnTo>
                <a:lnTo>
                  <a:pt x="1418936" y="326865"/>
                </a:lnTo>
                <a:lnTo>
                  <a:pt x="1480073" y="316960"/>
                </a:lnTo>
                <a:lnTo>
                  <a:pt x="1536219" y="307055"/>
                </a:lnTo>
                <a:lnTo>
                  <a:pt x="1585373" y="297150"/>
                </a:lnTo>
                <a:lnTo>
                  <a:pt x="1625829" y="287245"/>
                </a:lnTo>
                <a:lnTo>
                  <a:pt x="1656339" y="277340"/>
                </a:lnTo>
                <a:lnTo>
                  <a:pt x="1676240" y="267435"/>
                </a:lnTo>
                <a:lnTo>
                  <a:pt x="1685544" y="257530"/>
                </a:lnTo>
                <a:lnTo>
                  <a:pt x="1684948" y="247625"/>
                </a:lnTo>
                <a:lnTo>
                  <a:pt x="1675779" y="237720"/>
                </a:lnTo>
                <a:lnTo>
                  <a:pt x="1659845" y="227815"/>
                </a:lnTo>
                <a:lnTo>
                  <a:pt x="1639236" y="217910"/>
                </a:lnTo>
                <a:lnTo>
                  <a:pt x="1616068" y="208005"/>
                </a:lnTo>
                <a:lnTo>
                  <a:pt x="1592246" y="198100"/>
                </a:lnTo>
                <a:lnTo>
                  <a:pt x="1569247" y="188195"/>
                </a:lnTo>
                <a:lnTo>
                  <a:pt x="1547981" y="178290"/>
                </a:lnTo>
                <a:lnTo>
                  <a:pt x="1528744" y="168385"/>
                </a:lnTo>
                <a:lnTo>
                  <a:pt x="1511249" y="158480"/>
                </a:lnTo>
                <a:lnTo>
                  <a:pt x="1494746" y="148575"/>
                </a:lnTo>
                <a:lnTo>
                  <a:pt x="1478184" y="138670"/>
                </a:lnTo>
                <a:lnTo>
                  <a:pt x="1460396" y="128765"/>
                </a:lnTo>
                <a:lnTo>
                  <a:pt x="1440269" y="118860"/>
                </a:lnTo>
                <a:lnTo>
                  <a:pt x="1416889" y="108955"/>
                </a:lnTo>
                <a:lnTo>
                  <a:pt x="1389639" y="99050"/>
                </a:lnTo>
                <a:lnTo>
                  <a:pt x="1358252" y="89145"/>
                </a:lnTo>
                <a:lnTo>
                  <a:pt x="1322833" y="79240"/>
                </a:lnTo>
                <a:lnTo>
                  <a:pt x="1283834" y="69335"/>
                </a:lnTo>
                <a:lnTo>
                  <a:pt x="1242014" y="59430"/>
                </a:lnTo>
                <a:lnTo>
                  <a:pt x="1198367" y="49525"/>
                </a:lnTo>
                <a:lnTo>
                  <a:pt x="1154046" y="39620"/>
                </a:lnTo>
                <a:lnTo>
                  <a:pt x="1110263" y="29715"/>
                </a:lnTo>
                <a:lnTo>
                  <a:pt x="1068192" y="19810"/>
                </a:lnTo>
                <a:lnTo>
                  <a:pt x="1028879" y="9905"/>
                </a:lnTo>
                <a:lnTo>
                  <a:pt x="993161" y="0"/>
                </a:lnTo>
                <a:lnTo>
                  <a:pt x="692383" y="0"/>
                </a:lnTo>
                <a:lnTo>
                  <a:pt x="656665" y="9905"/>
                </a:lnTo>
                <a:lnTo>
                  <a:pt x="617352" y="19810"/>
                </a:lnTo>
                <a:lnTo>
                  <a:pt x="575281" y="29715"/>
                </a:lnTo>
                <a:lnTo>
                  <a:pt x="531498" y="39620"/>
                </a:lnTo>
                <a:lnTo>
                  <a:pt x="487177" y="49525"/>
                </a:lnTo>
                <a:lnTo>
                  <a:pt x="443530" y="59430"/>
                </a:lnTo>
                <a:lnTo>
                  <a:pt x="401710" y="69335"/>
                </a:lnTo>
                <a:lnTo>
                  <a:pt x="362711" y="79240"/>
                </a:lnTo>
                <a:lnTo>
                  <a:pt x="327292" y="89145"/>
                </a:lnTo>
                <a:lnTo>
                  <a:pt x="295905" y="99050"/>
                </a:lnTo>
                <a:lnTo>
                  <a:pt x="268655" y="108955"/>
                </a:lnTo>
                <a:lnTo>
                  <a:pt x="245275" y="118860"/>
                </a:lnTo>
                <a:lnTo>
                  <a:pt x="225148" y="128765"/>
                </a:lnTo>
                <a:lnTo>
                  <a:pt x="207360" y="138670"/>
                </a:lnTo>
                <a:lnTo>
                  <a:pt x="190798" y="148575"/>
                </a:lnTo>
                <a:lnTo>
                  <a:pt x="174295" y="158480"/>
                </a:lnTo>
                <a:lnTo>
                  <a:pt x="156800" y="168385"/>
                </a:lnTo>
                <a:lnTo>
                  <a:pt x="137563" y="178290"/>
                </a:lnTo>
                <a:lnTo>
                  <a:pt x="116297" y="188195"/>
                </a:lnTo>
                <a:lnTo>
                  <a:pt x="93298" y="198100"/>
                </a:lnTo>
                <a:lnTo>
                  <a:pt x="69476" y="208005"/>
                </a:lnTo>
                <a:lnTo>
                  <a:pt x="46308" y="217910"/>
                </a:lnTo>
                <a:lnTo>
                  <a:pt x="25699" y="227815"/>
                </a:lnTo>
                <a:lnTo>
                  <a:pt x="9765" y="237720"/>
                </a:lnTo>
                <a:lnTo>
                  <a:pt x="596" y="247625"/>
                </a:lnTo>
                <a:lnTo>
                  <a:pt x="0" y="257530"/>
                </a:lnTo>
                <a:lnTo>
                  <a:pt x="9304" y="267435"/>
                </a:lnTo>
                <a:lnTo>
                  <a:pt x="29205" y="277340"/>
                </a:lnTo>
                <a:lnTo>
                  <a:pt x="59715" y="287245"/>
                </a:lnTo>
                <a:lnTo>
                  <a:pt x="100171" y="297150"/>
                </a:lnTo>
                <a:lnTo>
                  <a:pt x="149325" y="307055"/>
                </a:lnTo>
                <a:lnTo>
                  <a:pt x="205471" y="316960"/>
                </a:lnTo>
                <a:lnTo>
                  <a:pt x="266608" y="326865"/>
                </a:lnTo>
                <a:lnTo>
                  <a:pt x="330594" y="336770"/>
                </a:lnTo>
                <a:lnTo>
                  <a:pt x="395306" y="346675"/>
                </a:lnTo>
                <a:lnTo>
                  <a:pt x="458764" y="356580"/>
                </a:lnTo>
                <a:lnTo>
                  <a:pt x="519242" y="366485"/>
                </a:lnTo>
                <a:lnTo>
                  <a:pt x="575335" y="376390"/>
                </a:lnTo>
                <a:lnTo>
                  <a:pt x="626013" y="386295"/>
                </a:lnTo>
                <a:lnTo>
                  <a:pt x="670628" y="39620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88177" y="423529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46976" y="2111998"/>
            <a:ext cx="1685544" cy="786154"/>
          </a:xfrm>
          <a:custGeom>
            <a:avLst/>
            <a:gdLst/>
            <a:ahLst/>
            <a:cxnLst/>
            <a:rect l="l" t="t" r="r" b="b"/>
            <a:pathLst>
              <a:path w="1685544" h="786154">
                <a:moveTo>
                  <a:pt x="965668" y="786154"/>
                </a:moveTo>
                <a:lnTo>
                  <a:pt x="993047" y="766500"/>
                </a:lnTo>
                <a:lnTo>
                  <a:pt x="1022653" y="746846"/>
                </a:lnTo>
                <a:lnTo>
                  <a:pt x="1053936" y="727192"/>
                </a:lnTo>
                <a:lnTo>
                  <a:pt x="1086385" y="707538"/>
                </a:lnTo>
                <a:lnTo>
                  <a:pt x="1119622" y="687884"/>
                </a:lnTo>
                <a:lnTo>
                  <a:pt x="1153474" y="668231"/>
                </a:lnTo>
                <a:lnTo>
                  <a:pt x="1188012" y="648577"/>
                </a:lnTo>
                <a:lnTo>
                  <a:pt x="1223519" y="628923"/>
                </a:lnTo>
                <a:lnTo>
                  <a:pt x="1260409" y="609269"/>
                </a:lnTo>
                <a:lnTo>
                  <a:pt x="1299095" y="589615"/>
                </a:lnTo>
                <a:lnTo>
                  <a:pt x="1339827" y="569961"/>
                </a:lnTo>
                <a:lnTo>
                  <a:pt x="1382533" y="550308"/>
                </a:lnTo>
                <a:lnTo>
                  <a:pt x="1426714" y="530654"/>
                </a:lnTo>
                <a:lnTo>
                  <a:pt x="1471401" y="511000"/>
                </a:lnTo>
                <a:lnTo>
                  <a:pt x="1515213" y="491346"/>
                </a:lnTo>
                <a:lnTo>
                  <a:pt x="1556508" y="471692"/>
                </a:lnTo>
                <a:lnTo>
                  <a:pt x="1593618" y="452038"/>
                </a:lnTo>
                <a:lnTo>
                  <a:pt x="1625100" y="432385"/>
                </a:lnTo>
                <a:lnTo>
                  <a:pt x="1649982" y="412731"/>
                </a:lnTo>
                <a:lnTo>
                  <a:pt x="1667910" y="393077"/>
                </a:lnTo>
                <a:lnTo>
                  <a:pt x="1679192" y="373423"/>
                </a:lnTo>
                <a:lnTo>
                  <a:pt x="1684681" y="353769"/>
                </a:lnTo>
                <a:lnTo>
                  <a:pt x="1685544" y="334115"/>
                </a:lnTo>
                <a:lnTo>
                  <a:pt x="1682958" y="314461"/>
                </a:lnTo>
                <a:lnTo>
                  <a:pt x="1677792" y="294808"/>
                </a:lnTo>
                <a:lnTo>
                  <a:pt x="1670364" y="275154"/>
                </a:lnTo>
                <a:lnTo>
                  <a:pt x="1660332" y="255500"/>
                </a:lnTo>
                <a:lnTo>
                  <a:pt x="1646737" y="235846"/>
                </a:lnTo>
                <a:lnTo>
                  <a:pt x="1628213" y="216192"/>
                </a:lnTo>
                <a:lnTo>
                  <a:pt x="1603290" y="196538"/>
                </a:lnTo>
                <a:lnTo>
                  <a:pt x="1570750" y="176885"/>
                </a:lnTo>
                <a:lnTo>
                  <a:pt x="1529935" y="157231"/>
                </a:lnTo>
                <a:lnTo>
                  <a:pt x="1480956" y="137577"/>
                </a:lnTo>
                <a:lnTo>
                  <a:pt x="1424765" y="117923"/>
                </a:lnTo>
                <a:lnTo>
                  <a:pt x="1363072" y="98269"/>
                </a:lnTo>
                <a:lnTo>
                  <a:pt x="1298140" y="78615"/>
                </a:lnTo>
                <a:lnTo>
                  <a:pt x="1232503" y="58962"/>
                </a:lnTo>
                <a:lnTo>
                  <a:pt x="1168667" y="39308"/>
                </a:lnTo>
                <a:lnTo>
                  <a:pt x="1108842" y="19654"/>
                </a:lnTo>
                <a:lnTo>
                  <a:pt x="1054739" y="0"/>
                </a:lnTo>
                <a:lnTo>
                  <a:pt x="630805" y="0"/>
                </a:lnTo>
                <a:lnTo>
                  <a:pt x="576702" y="19654"/>
                </a:lnTo>
                <a:lnTo>
                  <a:pt x="516877" y="39308"/>
                </a:lnTo>
                <a:lnTo>
                  <a:pt x="453041" y="58962"/>
                </a:lnTo>
                <a:lnTo>
                  <a:pt x="387404" y="78615"/>
                </a:lnTo>
                <a:lnTo>
                  <a:pt x="322472" y="98269"/>
                </a:lnTo>
                <a:lnTo>
                  <a:pt x="260779" y="117923"/>
                </a:lnTo>
                <a:lnTo>
                  <a:pt x="204588" y="137577"/>
                </a:lnTo>
                <a:lnTo>
                  <a:pt x="155609" y="157231"/>
                </a:lnTo>
                <a:lnTo>
                  <a:pt x="114794" y="176885"/>
                </a:lnTo>
                <a:lnTo>
                  <a:pt x="82254" y="196538"/>
                </a:lnTo>
                <a:lnTo>
                  <a:pt x="57331" y="216192"/>
                </a:lnTo>
                <a:lnTo>
                  <a:pt x="38807" y="235846"/>
                </a:lnTo>
                <a:lnTo>
                  <a:pt x="25212" y="255500"/>
                </a:lnTo>
                <a:lnTo>
                  <a:pt x="15180" y="275154"/>
                </a:lnTo>
                <a:lnTo>
                  <a:pt x="7752" y="294808"/>
                </a:lnTo>
                <a:lnTo>
                  <a:pt x="2586" y="314461"/>
                </a:lnTo>
                <a:lnTo>
                  <a:pt x="0" y="334115"/>
                </a:lnTo>
                <a:lnTo>
                  <a:pt x="863" y="353769"/>
                </a:lnTo>
                <a:lnTo>
                  <a:pt x="6352" y="373423"/>
                </a:lnTo>
                <a:lnTo>
                  <a:pt x="17634" y="393077"/>
                </a:lnTo>
                <a:lnTo>
                  <a:pt x="35562" y="412731"/>
                </a:lnTo>
                <a:lnTo>
                  <a:pt x="60444" y="432385"/>
                </a:lnTo>
                <a:lnTo>
                  <a:pt x="91926" y="452038"/>
                </a:lnTo>
                <a:lnTo>
                  <a:pt x="129036" y="471692"/>
                </a:lnTo>
                <a:lnTo>
                  <a:pt x="170331" y="491346"/>
                </a:lnTo>
                <a:lnTo>
                  <a:pt x="214143" y="511000"/>
                </a:lnTo>
                <a:lnTo>
                  <a:pt x="258830" y="530654"/>
                </a:lnTo>
                <a:lnTo>
                  <a:pt x="303011" y="550308"/>
                </a:lnTo>
                <a:lnTo>
                  <a:pt x="345717" y="569961"/>
                </a:lnTo>
                <a:lnTo>
                  <a:pt x="386449" y="589615"/>
                </a:lnTo>
                <a:lnTo>
                  <a:pt x="425135" y="609269"/>
                </a:lnTo>
                <a:lnTo>
                  <a:pt x="462025" y="628923"/>
                </a:lnTo>
                <a:lnTo>
                  <a:pt x="497532" y="648577"/>
                </a:lnTo>
                <a:lnTo>
                  <a:pt x="532070" y="668231"/>
                </a:lnTo>
                <a:lnTo>
                  <a:pt x="565922" y="687884"/>
                </a:lnTo>
                <a:lnTo>
                  <a:pt x="599159" y="707538"/>
                </a:lnTo>
                <a:lnTo>
                  <a:pt x="631608" y="727192"/>
                </a:lnTo>
                <a:lnTo>
                  <a:pt x="662891" y="746846"/>
                </a:lnTo>
                <a:lnTo>
                  <a:pt x="692497" y="766500"/>
                </a:lnTo>
                <a:lnTo>
                  <a:pt x="719876" y="78615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94777" y="247507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Candlestick — 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752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772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791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11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31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851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871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890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910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238" y="27051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743" y="2758440"/>
            <a:ext cx="30099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7621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25723" y="27584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819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27703" y="2651760"/>
            <a:ext cx="300990" cy="1600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80178" y="2598420"/>
            <a:ext cx="0" cy="16002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683" y="265176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215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31663" y="2598420"/>
            <a:ext cx="30099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41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643" y="2491740"/>
            <a:ext cx="30099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86118" y="23850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5623" y="24917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809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7603" y="2545080"/>
            <a:ext cx="300990" cy="10668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007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9583" y="2598420"/>
            <a:ext cx="300990" cy="533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205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1563" y="2491740"/>
            <a:ext cx="30099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2028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996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9627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30241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80714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5447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84535" y="50927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27523" y="37380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0510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13498" y="29252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56485" y="23833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86135" y="50482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29123" y="36935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72110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15098" y="28807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58085" y="2338917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1403350" y="0"/>
                </a:moveTo>
                <a:lnTo>
                  <a:pt x="1547952" y="7470"/>
                </a:lnTo>
                <a:lnTo>
                  <a:pt x="1691015" y="29800"/>
                </a:lnTo>
                <a:lnTo>
                  <a:pt x="1831015" y="66752"/>
                </a:lnTo>
                <a:lnTo>
                  <a:pt x="1966462" y="117933"/>
                </a:lnTo>
                <a:lnTo>
                  <a:pt x="2095915" y="182799"/>
                </a:lnTo>
                <a:lnTo>
                  <a:pt x="2217995" y="260658"/>
                </a:lnTo>
                <a:lnTo>
                  <a:pt x="2331402" y="350682"/>
                </a:lnTo>
                <a:lnTo>
                  <a:pt x="2434930" y="451912"/>
                </a:lnTo>
                <a:lnTo>
                  <a:pt x="2527475" y="563271"/>
                </a:lnTo>
                <a:lnTo>
                  <a:pt x="2608054" y="683573"/>
                </a:lnTo>
                <a:lnTo>
                  <a:pt x="2675808" y="811537"/>
                </a:lnTo>
                <a:lnTo>
                  <a:pt x="2730015" y="945802"/>
                </a:lnTo>
                <a:lnTo>
                  <a:pt x="2770100" y="1084938"/>
                </a:lnTo>
                <a:lnTo>
                  <a:pt x="2795634" y="1227464"/>
                </a:lnTo>
                <a:lnTo>
                  <a:pt x="2806347" y="1371862"/>
                </a:lnTo>
                <a:lnTo>
                  <a:pt x="2802123" y="1516595"/>
                </a:lnTo>
                <a:lnTo>
                  <a:pt x="2783009" y="1660122"/>
                </a:lnTo>
                <a:lnTo>
                  <a:pt x="2749207" y="1800916"/>
                </a:lnTo>
                <a:lnTo>
                  <a:pt x="2701078" y="1937478"/>
                </a:lnTo>
                <a:lnTo>
                  <a:pt x="2639134" y="2068354"/>
                </a:lnTo>
                <a:lnTo>
                  <a:pt x="2564034" y="2192150"/>
                </a:lnTo>
                <a:lnTo>
                  <a:pt x="2476577" y="2307549"/>
                </a:lnTo>
                <a:lnTo>
                  <a:pt x="2377695" y="2413322"/>
                </a:lnTo>
                <a:lnTo>
                  <a:pt x="2268441" y="2508343"/>
                </a:lnTo>
                <a:lnTo>
                  <a:pt x="2149977" y="2591600"/>
                </a:lnTo>
                <a:lnTo>
                  <a:pt x="2023565" y="2662208"/>
                </a:lnTo>
                <a:lnTo>
                  <a:pt x="1890550" y="2719415"/>
                </a:lnTo>
                <a:lnTo>
                  <a:pt x="1752349" y="2762611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1752349" y="2762611"/>
                </a:moveTo>
                <a:lnTo>
                  <a:pt x="1610066" y="2791392"/>
                </a:lnTo>
                <a:lnTo>
                  <a:pt x="1465571" y="2805320"/>
                </a:lnTo>
                <a:lnTo>
                  <a:pt x="1320410" y="2804247"/>
                </a:lnTo>
                <a:lnTo>
                  <a:pt x="1176137" y="2788184"/>
                </a:lnTo>
                <a:lnTo>
                  <a:pt x="1034295" y="2757303"/>
                </a:lnTo>
                <a:lnTo>
                  <a:pt x="896402" y="2711935"/>
                </a:lnTo>
                <a:lnTo>
                  <a:pt x="763933" y="2652564"/>
                </a:lnTo>
                <a:lnTo>
                  <a:pt x="638306" y="2579827"/>
                </a:lnTo>
                <a:lnTo>
                  <a:pt x="520865" y="2494502"/>
                </a:lnTo>
                <a:lnTo>
                  <a:pt x="412867" y="2397500"/>
                </a:lnTo>
                <a:lnTo>
                  <a:pt x="315468" y="2289862"/>
                </a:lnTo>
                <a:lnTo>
                  <a:pt x="229708" y="2172737"/>
                </a:lnTo>
                <a:lnTo>
                  <a:pt x="156507" y="2047380"/>
                </a:lnTo>
                <a:lnTo>
                  <a:pt x="96648" y="1915132"/>
                </a:lnTo>
                <a:lnTo>
                  <a:pt x="50770" y="1777407"/>
                </a:lnTo>
                <a:lnTo>
                  <a:pt x="19365" y="1635680"/>
                </a:lnTo>
                <a:lnTo>
                  <a:pt x="2769" y="1491467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2769" y="1491467"/>
                </a:moveTo>
                <a:lnTo>
                  <a:pt x="1122" y="1347254"/>
                </a:lnTo>
                <a:lnTo>
                  <a:pt x="14284" y="1203632"/>
                </a:lnTo>
                <a:lnTo>
                  <a:pt x="42118" y="1062121"/>
                </a:lnTo>
                <a:lnTo>
                  <a:pt x="84328" y="924213"/>
                </a:lnTo>
                <a:lnTo>
                  <a:pt x="140470" y="791366"/>
                </a:lnTo>
                <a:lnTo>
                  <a:pt x="209950" y="664982"/>
                </a:lnTo>
                <a:lnTo>
                  <a:pt x="292034" y="546397"/>
                </a:lnTo>
                <a:lnTo>
                  <a:pt x="385856" y="436863"/>
                </a:lnTo>
                <a:lnTo>
                  <a:pt x="490424" y="337537"/>
                </a:lnTo>
                <a:lnTo>
                  <a:pt x="604635" y="249467"/>
                </a:lnTo>
                <a:lnTo>
                  <a:pt x="727281" y="173585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727281" y="173585"/>
                </a:moveTo>
                <a:lnTo>
                  <a:pt x="854116" y="111943"/>
                </a:lnTo>
                <a:lnTo>
                  <a:pt x="986497" y="63341"/>
                </a:lnTo>
                <a:lnTo>
                  <a:pt x="1123087" y="28270"/>
                </a:lnTo>
                <a:lnTo>
                  <a:pt x="1262507" y="7085"/>
                </a:lnTo>
                <a:lnTo>
                  <a:pt x="1403350" y="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2646664" y="2322993"/>
                </a:moveTo>
                <a:lnTo>
                  <a:pt x="2550291" y="2442005"/>
                </a:lnTo>
                <a:lnTo>
                  <a:pt x="2442005" y="2550291"/>
                </a:lnTo>
                <a:lnTo>
                  <a:pt x="2322993" y="2646664"/>
                </a:lnTo>
                <a:lnTo>
                  <a:pt x="2194560" y="2730070"/>
                </a:lnTo>
                <a:lnTo>
                  <a:pt x="2058112" y="2799594"/>
                </a:lnTo>
                <a:lnTo>
                  <a:pt x="1915144" y="2854474"/>
                </a:lnTo>
                <a:lnTo>
                  <a:pt x="1767223" y="2894109"/>
                </a:lnTo>
                <a:lnTo>
                  <a:pt x="1615969" y="2918065"/>
                </a:lnTo>
                <a:lnTo>
                  <a:pt x="1463040" y="2926080"/>
                </a:lnTo>
                <a:lnTo>
                  <a:pt x="1310111" y="2918065"/>
                </a:lnTo>
                <a:lnTo>
                  <a:pt x="1158857" y="2894109"/>
                </a:lnTo>
                <a:lnTo>
                  <a:pt x="1010936" y="2854474"/>
                </a:lnTo>
                <a:lnTo>
                  <a:pt x="867968" y="2799594"/>
                </a:lnTo>
                <a:lnTo>
                  <a:pt x="731520" y="2730070"/>
                </a:lnTo>
                <a:lnTo>
                  <a:pt x="603087" y="2646664"/>
                </a:lnTo>
                <a:lnTo>
                  <a:pt x="484075" y="2550291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484075" y="2550291"/>
                </a:moveTo>
                <a:lnTo>
                  <a:pt x="375789" y="2442005"/>
                </a:lnTo>
                <a:lnTo>
                  <a:pt x="279416" y="2322993"/>
                </a:lnTo>
                <a:lnTo>
                  <a:pt x="196010" y="2194560"/>
                </a:lnTo>
                <a:lnTo>
                  <a:pt x="126486" y="2058112"/>
                </a:lnTo>
                <a:lnTo>
                  <a:pt x="71606" y="1915144"/>
                </a:lnTo>
                <a:lnTo>
                  <a:pt x="31971" y="1767223"/>
                </a:lnTo>
                <a:lnTo>
                  <a:pt x="8015" y="1615969"/>
                </a:lnTo>
                <a:lnTo>
                  <a:pt x="0" y="1463040"/>
                </a:lnTo>
                <a:lnTo>
                  <a:pt x="8015" y="1310111"/>
                </a:lnTo>
                <a:lnTo>
                  <a:pt x="31971" y="1158857"/>
                </a:lnTo>
                <a:lnTo>
                  <a:pt x="71606" y="1010936"/>
                </a:lnTo>
                <a:lnTo>
                  <a:pt x="126486" y="867968"/>
                </a:lnTo>
                <a:lnTo>
                  <a:pt x="196010" y="731520"/>
                </a:lnTo>
                <a:lnTo>
                  <a:pt x="279416" y="603087"/>
                </a:lnTo>
                <a:lnTo>
                  <a:pt x="375789" y="484075"/>
                </a:lnTo>
                <a:lnTo>
                  <a:pt x="484075" y="375789"/>
                </a:lnTo>
                <a:lnTo>
                  <a:pt x="603087" y="279416"/>
                </a:lnTo>
                <a:lnTo>
                  <a:pt x="731520" y="196010"/>
                </a:lnTo>
                <a:lnTo>
                  <a:pt x="867968" y="126486"/>
                </a:lnTo>
                <a:lnTo>
                  <a:pt x="1010936" y="71606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1010936" y="71606"/>
                </a:moveTo>
                <a:lnTo>
                  <a:pt x="1158857" y="31971"/>
                </a:lnTo>
                <a:lnTo>
                  <a:pt x="1310111" y="8015"/>
                </a:lnTo>
                <a:lnTo>
                  <a:pt x="1463040" y="0"/>
                </a:lnTo>
                <a:lnTo>
                  <a:pt x="1615969" y="8015"/>
                </a:lnTo>
                <a:lnTo>
                  <a:pt x="1767223" y="31971"/>
                </a:lnTo>
                <a:lnTo>
                  <a:pt x="1915144" y="71606"/>
                </a:lnTo>
                <a:lnTo>
                  <a:pt x="2058112" y="126486"/>
                </a:lnTo>
                <a:lnTo>
                  <a:pt x="2194560" y="196010"/>
                </a:lnTo>
                <a:lnTo>
                  <a:pt x="2322993" y="279416"/>
                </a:lnTo>
                <a:lnTo>
                  <a:pt x="2442005" y="375789"/>
                </a:lnTo>
                <a:lnTo>
                  <a:pt x="2550291" y="484075"/>
                </a:lnTo>
                <a:lnTo>
                  <a:pt x="2646664" y="603087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2646664" y="603087"/>
                </a:moveTo>
                <a:lnTo>
                  <a:pt x="2730070" y="731520"/>
                </a:lnTo>
                <a:lnTo>
                  <a:pt x="2799594" y="867968"/>
                </a:lnTo>
                <a:lnTo>
                  <a:pt x="2854474" y="1010936"/>
                </a:lnTo>
                <a:lnTo>
                  <a:pt x="2894109" y="1158857"/>
                </a:lnTo>
                <a:lnTo>
                  <a:pt x="2918065" y="1310111"/>
                </a:lnTo>
                <a:lnTo>
                  <a:pt x="2926080" y="1463040"/>
                </a:lnTo>
                <a:lnTo>
                  <a:pt x="2918065" y="1615969"/>
                </a:lnTo>
                <a:lnTo>
                  <a:pt x="2894109" y="1767223"/>
                </a:lnTo>
                <a:lnTo>
                  <a:pt x="2854474" y="1915144"/>
                </a:lnTo>
                <a:lnTo>
                  <a:pt x="2799594" y="2058112"/>
                </a:lnTo>
                <a:lnTo>
                  <a:pt x="2730070" y="2194560"/>
                </a:lnTo>
                <a:lnTo>
                  <a:pt x="2646664" y="2322993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08597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565623" y="1879600"/>
            <a:ext cx="347662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5616423" y="19050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208597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5306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565623" y="3505200"/>
            <a:ext cx="347662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5616423" y="35306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565623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663665" y="1857925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60919" y="2701617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72607" y="3007613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716998" y="3850779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19380" y="4699599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74281" y="20679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09752" y="28807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251313" y="31517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134973" y="39645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665316" y="4777317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100253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973930" y="4145280"/>
            <a:ext cx="100253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5970118" y="3825240"/>
            <a:ext cx="100253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6966306" y="3526536"/>
            <a:ext cx="100253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977742" y="3633216"/>
            <a:ext cx="100253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Shape 18"/>
          <p:cNvSpPr/>
          <p:nvPr/>
        </p:nvSpPr>
        <p:spPr>
          <a:xfrm>
            <a:off x="4973930" y="3377184"/>
            <a:ext cx="100253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" name="Shape 19"/>
          <p:cNvSpPr/>
          <p:nvPr/>
        </p:nvSpPr>
        <p:spPr>
          <a:xfrm>
            <a:off x="5970118" y="3099816"/>
            <a:ext cx="100253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Shape 20"/>
          <p:cNvSpPr/>
          <p:nvPr/>
        </p:nvSpPr>
        <p:spPr>
          <a:xfrm>
            <a:off x="6966306" y="2886456"/>
            <a:ext cx="100253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Shape 21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81147"/>
            <a:ext cx="56092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27323" y="3129153"/>
            <a:ext cx="56092" cy="744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77064" y="3177159"/>
            <a:ext cx="56092" cy="728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026806" y="3225165"/>
            <a:ext cx="56092" cy="712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76548" y="3273171"/>
            <a:ext cx="56092" cy="696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126289" y="3321177"/>
            <a:ext cx="56092" cy="6800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76031" y="3369183"/>
            <a:ext cx="56092" cy="664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225773" y="3417189"/>
            <a:ext cx="56092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75514" y="3465195"/>
            <a:ext cx="56092" cy="632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325256" y="3513201"/>
            <a:ext cx="56092" cy="616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74998" y="3561207"/>
            <a:ext cx="56092" cy="600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424739" y="3609213"/>
            <a:ext cx="56092" cy="584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74481" y="3657219"/>
            <a:ext cx="56092" cy="5680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524223" y="3705225"/>
            <a:ext cx="56092" cy="552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3964" y="3753231"/>
            <a:ext cx="56092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623706" y="3801237"/>
            <a:ext cx="56092" cy="5200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73448" y="3825240"/>
            <a:ext cx="56092" cy="526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723189" y="3825240"/>
            <a:ext cx="56092" cy="554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72931" y="3825240"/>
            <a:ext cx="56092" cy="582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822673" y="3825240"/>
            <a:ext cx="56092" cy="61007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72414" y="3825240"/>
            <a:ext cx="56092" cy="638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2156" y="3825240"/>
            <a:ext cx="56092" cy="666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71898" y="3825240"/>
            <a:ext cx="56092" cy="694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021639" y="3825240"/>
            <a:ext cx="56092" cy="722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71381" y="3825240"/>
            <a:ext cx="56092" cy="750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121123" y="3825240"/>
            <a:ext cx="56092" cy="7780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70864" y="3825240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220606" y="3825240"/>
            <a:ext cx="56092" cy="834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270348" y="3825240"/>
            <a:ext cx="56092" cy="8621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20089" y="3825240"/>
            <a:ext cx="56092" cy="8901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369831" y="3825240"/>
            <a:ext cx="56092" cy="918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19573" y="3825240"/>
            <a:ext cx="56092" cy="9461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469314" y="3817239"/>
            <a:ext cx="56092" cy="938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19056" y="3801237"/>
            <a:ext cx="56092" cy="8941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68798" y="3785235"/>
            <a:ext cx="56092" cy="8501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18539" y="3769233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68281" y="3753231"/>
            <a:ext cx="56092" cy="762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18023" y="3737229"/>
            <a:ext cx="56092" cy="718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7764" y="3721227"/>
            <a:ext cx="56092" cy="674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17506" y="3705225"/>
            <a:ext cx="56092" cy="630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67248" y="3689223"/>
            <a:ext cx="56092" cy="586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916989" y="3673221"/>
            <a:ext cx="56092" cy="542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66731" y="3657219"/>
            <a:ext cx="56092" cy="498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016473" y="3641217"/>
            <a:ext cx="56092" cy="454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66214" y="3625215"/>
            <a:ext cx="56092" cy="4100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115956" y="3609213"/>
            <a:ext cx="56092" cy="3660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165698" y="3593211"/>
            <a:ext cx="56092" cy="3220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215439" y="3577209"/>
            <a:ext cx="56092" cy="278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265181" y="3541205"/>
            <a:ext cx="56092" cy="284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314923" y="3485198"/>
            <a:ext cx="56092" cy="3400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364664" y="3429191"/>
            <a:ext cx="56092" cy="3960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414406" y="3373184"/>
            <a:ext cx="56092" cy="452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464148" y="3317177"/>
            <a:ext cx="56092" cy="5080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513889" y="3261170"/>
            <a:ext cx="56092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563631" y="3205163"/>
            <a:ext cx="56092" cy="620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613373" y="3149156"/>
            <a:ext cx="56092" cy="676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663114" y="3093149"/>
            <a:ext cx="56092" cy="732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712856" y="3037142"/>
            <a:ext cx="56092" cy="788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762598" y="2981135"/>
            <a:ext cx="56092" cy="8441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812339" y="2925128"/>
            <a:ext cx="56092" cy="900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862081" y="2869121"/>
            <a:ext cx="56092" cy="9561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911823" y="2813114"/>
            <a:ext cx="56092" cy="10121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961564" y="2757107"/>
            <a:ext cx="56092" cy="1068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011306" y="2701100"/>
            <a:ext cx="56092" cy="1124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061048" y="2657094"/>
            <a:ext cx="56092" cy="11681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110789" y="2625090"/>
            <a:ext cx="56092" cy="12001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160531" y="2593086"/>
            <a:ext cx="56092" cy="12321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210273" y="2561082"/>
            <a:ext cx="56092" cy="1264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260014" y="2529078"/>
            <a:ext cx="56092" cy="12961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309756" y="2497074"/>
            <a:ext cx="56092" cy="13281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359498" y="2465070"/>
            <a:ext cx="56092" cy="13601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409239" y="2433066"/>
            <a:ext cx="56092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458981" y="2401062"/>
            <a:ext cx="56092" cy="1424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508723" y="2369058"/>
            <a:ext cx="56092" cy="1456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558464" y="2337054"/>
            <a:ext cx="56092" cy="1488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608206" y="2305050"/>
            <a:ext cx="56092" cy="1520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657948" y="2273046"/>
            <a:ext cx="56092" cy="15521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707689" y="2241042"/>
            <a:ext cx="56092" cy="15841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757431" y="2209038"/>
            <a:ext cx="56092" cy="16162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807173" y="2177034"/>
            <a:ext cx="56092" cy="16482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4805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3916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8303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741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1800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091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5298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440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4480560"/>
            <a:ext cx="1112520" cy="26009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6180000">
            <a:off x="3935641" y="4548243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4" name="Shape 22"/>
          <p:cNvSpPr/>
          <p:nvPr/>
        </p:nvSpPr>
        <p:spPr>
          <a:xfrm flipV="1">
            <a:off x="4592168" y="3830320"/>
            <a:ext cx="695325" cy="91033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2220000">
            <a:off x="4858194" y="4275059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6" name="Shape 24"/>
          <p:cNvSpPr/>
          <p:nvPr/>
        </p:nvSpPr>
        <p:spPr>
          <a:xfrm>
            <a:off x="5287493" y="3830320"/>
            <a:ext cx="1668780" cy="13004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5640000">
            <a:off x="6020436" y="3840597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8" name="Shape 26"/>
          <p:cNvSpPr/>
          <p:nvPr/>
        </p:nvSpPr>
        <p:spPr>
          <a:xfrm flipV="1">
            <a:off x="6956273" y="2854960"/>
            <a:ext cx="973455" cy="110540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2460000">
            <a:off x="7358627" y="339498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 flipV="1">
            <a:off x="7929728" y="2009648"/>
            <a:ext cx="1112520" cy="845312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3180000">
            <a:off x="8394739" y="241223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2" name="Shape 30"/>
          <p:cNvSpPr/>
          <p:nvPr/>
        </p:nvSpPr>
        <p:spPr>
          <a:xfrm>
            <a:off x="3441548" y="44424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068" y="470255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49393" y="37922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18173" y="392226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891628" y="28168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004148" y="19715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43148" y="43980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55668" y="46581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350993" y="37477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19773" y="387781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993228" y="27724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679028" y="192709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3" name="Shape 21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4" name="Shape 22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5" name="Shape 23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7" name="Shape 25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8" name="Shape 26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9" name="Shape 27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30" name="Shape 28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31" name="Shape 29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2" name="Shape 30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3" name="Shape 31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4" name="Shape 32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5" name="Shape 33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6" name="Shape 34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7" name="Shape 35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8" name="Shape 36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9" name="Shape 37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40" name="Shape 38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41" name="Shape 39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2" name="Shape 40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3" name="Shape 41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4" name="Shape 42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5" name="Shape 43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6" name="Text 44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15214" y="3345180"/>
            <a:ext cx="0" cy="28003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5214" y="40852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3451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43053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625215"/>
            <a:ext cx="1029123" cy="460058"/>
          </a:xfrm>
          <a:custGeom>
            <a:avLst/>
            <a:gdLst/>
            <a:ahLst/>
            <a:cxnLst/>
            <a:rect l="l" t="t" r="r" b="b"/>
            <a:pathLst>
              <a:path w="1029123" h="460058">
                <a:moveTo>
                  <a:pt x="0" y="0"/>
                </a:moveTo>
                <a:lnTo>
                  <a:pt x="1029123" y="0"/>
                </a:lnTo>
                <a:lnTo>
                  <a:pt x="1029123" y="11622"/>
                </a:lnTo>
                <a:lnTo>
                  <a:pt x="771843" y="240030"/>
                </a:lnTo>
                <a:lnTo>
                  <a:pt x="1029123" y="460058"/>
                </a:lnTo>
                <a:lnTo>
                  <a:pt x="1029123" y="460058"/>
                </a:lnTo>
                <a:lnTo>
                  <a:pt x="0" y="460058"/>
                </a:lnTo>
                <a:lnTo>
                  <a:pt x="0" y="460058"/>
                </a:lnTo>
                <a:lnTo>
                  <a:pt x="257281" y="240030"/>
                </a:lnTo>
                <a:lnTo>
                  <a:pt x="0" y="11622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7933" y="386524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00653" y="367474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6348" y="2945130"/>
            <a:ext cx="0" cy="36004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86348" y="3845243"/>
            <a:ext cx="0" cy="14001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294513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39852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305175"/>
            <a:ext cx="1029123" cy="540068"/>
          </a:xfrm>
          <a:custGeom>
            <a:avLst/>
            <a:gdLst/>
            <a:ahLst/>
            <a:cxnLst/>
            <a:rect l="l" t="t" r="r" b="b"/>
            <a:pathLst>
              <a:path w="1029123" h="540068">
                <a:moveTo>
                  <a:pt x="0" y="0"/>
                </a:moveTo>
                <a:lnTo>
                  <a:pt x="1029123" y="0"/>
                </a:lnTo>
                <a:lnTo>
                  <a:pt x="1029123" y="51909"/>
                </a:lnTo>
                <a:lnTo>
                  <a:pt x="771843" y="320040"/>
                </a:lnTo>
                <a:lnTo>
                  <a:pt x="1029123" y="540068"/>
                </a:lnTo>
                <a:lnTo>
                  <a:pt x="1029123" y="540068"/>
                </a:lnTo>
                <a:lnTo>
                  <a:pt x="0" y="540068"/>
                </a:lnTo>
                <a:lnTo>
                  <a:pt x="0" y="540068"/>
                </a:lnTo>
                <a:lnTo>
                  <a:pt x="257281" y="320040"/>
                </a:lnTo>
                <a:lnTo>
                  <a:pt x="0" y="51909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29067" y="362521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1786" y="343471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57481" y="1905000"/>
            <a:ext cx="0" cy="500063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7481" y="32851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2405063"/>
            <a:ext cx="1029123" cy="880110"/>
          </a:xfrm>
          <a:custGeom>
            <a:avLst/>
            <a:gdLst/>
            <a:ahLst/>
            <a:cxnLst/>
            <a:rect l="l" t="t" r="r" b="b"/>
            <a:pathLst>
              <a:path w="1029123" h="880110">
                <a:moveTo>
                  <a:pt x="0" y="0"/>
                </a:moveTo>
                <a:lnTo>
                  <a:pt x="1029123" y="0"/>
                </a:lnTo>
                <a:lnTo>
                  <a:pt x="1029123" y="103113"/>
                </a:lnTo>
                <a:lnTo>
                  <a:pt x="771842" y="540067"/>
                </a:lnTo>
                <a:lnTo>
                  <a:pt x="1029123" y="880110"/>
                </a:lnTo>
                <a:lnTo>
                  <a:pt x="1029123" y="880110"/>
                </a:lnTo>
                <a:lnTo>
                  <a:pt x="0" y="880110"/>
                </a:lnTo>
                <a:lnTo>
                  <a:pt x="0" y="880110"/>
                </a:lnTo>
                <a:lnTo>
                  <a:pt x="257281" y="540067"/>
                </a:lnTo>
                <a:lnTo>
                  <a:pt x="0" y="10311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00200" y="294513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2919" y="275463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0" y="2667000"/>
                </a:moveTo>
                <a:lnTo>
                  <a:pt x="13726" y="2396770"/>
                </a:lnTo>
                <a:lnTo>
                  <a:pt x="54761" y="2129322"/>
                </a:lnTo>
                <a:lnTo>
                  <a:pt x="122684" y="1867408"/>
                </a:lnTo>
                <a:lnTo>
                  <a:pt x="216796" y="1613725"/>
                </a:lnTo>
                <a:lnTo>
                  <a:pt x="336127" y="1370882"/>
                </a:lnTo>
                <a:lnTo>
                  <a:pt x="479450" y="1141381"/>
                </a:lnTo>
                <a:lnTo>
                  <a:pt x="645289" y="927582"/>
                </a:lnTo>
                <a:lnTo>
                  <a:pt x="831938" y="731687"/>
                </a:lnTo>
                <a:lnTo>
                  <a:pt x="1037474" y="555712"/>
                </a:lnTo>
                <a:lnTo>
                  <a:pt x="1259783" y="401469"/>
                </a:lnTo>
                <a:lnTo>
                  <a:pt x="1496577" y="270544"/>
                </a:lnTo>
                <a:lnTo>
                  <a:pt x="1745418" y="164286"/>
                </a:lnTo>
                <a:lnTo>
                  <a:pt x="2003744" y="83789"/>
                </a:lnTo>
                <a:lnTo>
                  <a:pt x="2282312" y="1168737"/>
                </a:lnTo>
                <a:lnTo>
                  <a:pt x="2132482" y="1215426"/>
                </a:lnTo>
                <a:lnTo>
                  <a:pt x="1988155" y="1277056"/>
                </a:lnTo>
                <a:lnTo>
                  <a:pt x="1850814" y="1352992"/>
                </a:lnTo>
                <a:lnTo>
                  <a:pt x="1721875" y="1442453"/>
                </a:lnTo>
                <a:lnTo>
                  <a:pt x="1602664" y="1544519"/>
                </a:lnTo>
                <a:lnTo>
                  <a:pt x="1494408" y="1658138"/>
                </a:lnTo>
                <a:lnTo>
                  <a:pt x="1398221" y="1782141"/>
                </a:lnTo>
                <a:lnTo>
                  <a:pt x="1315094" y="1915252"/>
                </a:lnTo>
                <a:lnTo>
                  <a:pt x="1245882" y="2056100"/>
                </a:lnTo>
                <a:lnTo>
                  <a:pt x="1191297" y="2203237"/>
                </a:lnTo>
                <a:lnTo>
                  <a:pt x="1151901" y="2355147"/>
                </a:lnTo>
                <a:lnTo>
                  <a:pt x="1128101" y="2510267"/>
                </a:lnTo>
                <a:lnTo>
                  <a:pt x="1120140" y="26670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2003744" y="83789"/>
                </a:moveTo>
                <a:lnTo>
                  <a:pt x="2258987" y="31395"/>
                </a:lnTo>
                <a:lnTo>
                  <a:pt x="2518124" y="4158"/>
                </a:lnTo>
                <a:lnTo>
                  <a:pt x="2778682" y="2339"/>
                </a:lnTo>
                <a:lnTo>
                  <a:pt x="3038175" y="25955"/>
                </a:lnTo>
                <a:lnTo>
                  <a:pt x="3294124" y="74780"/>
                </a:lnTo>
                <a:lnTo>
                  <a:pt x="3544087" y="148348"/>
                </a:lnTo>
                <a:lnTo>
                  <a:pt x="3785679" y="245957"/>
                </a:lnTo>
                <a:lnTo>
                  <a:pt x="4016592" y="366676"/>
                </a:lnTo>
                <a:lnTo>
                  <a:pt x="4234623" y="509352"/>
                </a:lnTo>
                <a:lnTo>
                  <a:pt x="3576221" y="1415564"/>
                </a:lnTo>
                <a:lnTo>
                  <a:pt x="3449763" y="1332812"/>
                </a:lnTo>
                <a:lnTo>
                  <a:pt x="3315834" y="1262795"/>
                </a:lnTo>
                <a:lnTo>
                  <a:pt x="3175711" y="1206182"/>
                </a:lnTo>
                <a:lnTo>
                  <a:pt x="3030732" y="1163512"/>
                </a:lnTo>
                <a:lnTo>
                  <a:pt x="2882281" y="1135194"/>
                </a:lnTo>
                <a:lnTo>
                  <a:pt x="2731776" y="1121497"/>
                </a:lnTo>
                <a:lnTo>
                  <a:pt x="2580652" y="1122552"/>
                </a:lnTo>
                <a:lnTo>
                  <a:pt x="2430352" y="1138349"/>
                </a:lnTo>
                <a:lnTo>
                  <a:pt x="2282312" y="116873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4234623" y="509352"/>
                </a:moveTo>
                <a:lnTo>
                  <a:pt x="4430719" y="666454"/>
                </a:lnTo>
                <a:lnTo>
                  <a:pt x="4611159" y="841313"/>
                </a:lnTo>
                <a:lnTo>
                  <a:pt x="4774343" y="1032377"/>
                </a:lnTo>
                <a:lnTo>
                  <a:pt x="4918823" y="1237950"/>
                </a:lnTo>
                <a:lnTo>
                  <a:pt x="5043314" y="1456207"/>
                </a:lnTo>
                <a:lnTo>
                  <a:pt x="5146714" y="1685212"/>
                </a:lnTo>
                <a:lnTo>
                  <a:pt x="4105234" y="2097563"/>
                </a:lnTo>
                <a:lnTo>
                  <a:pt x="4045262" y="1964740"/>
                </a:lnTo>
                <a:lnTo>
                  <a:pt x="3973057" y="1838151"/>
                </a:lnTo>
                <a:lnTo>
                  <a:pt x="3889259" y="1718919"/>
                </a:lnTo>
                <a:lnTo>
                  <a:pt x="3794612" y="1608101"/>
                </a:lnTo>
                <a:lnTo>
                  <a:pt x="3689957" y="1506683"/>
                </a:lnTo>
                <a:lnTo>
                  <a:pt x="3576221" y="141556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5146714" y="1685212"/>
                </a:moveTo>
                <a:lnTo>
                  <a:pt x="5228103" y="1922931"/>
                </a:lnTo>
                <a:lnTo>
                  <a:pt x="5286760" y="2167254"/>
                </a:lnTo>
                <a:lnTo>
                  <a:pt x="5322164" y="2416013"/>
                </a:lnTo>
                <a:lnTo>
                  <a:pt x="5334000" y="2667000"/>
                </a:lnTo>
                <a:lnTo>
                  <a:pt x="4213860" y="2667000"/>
                </a:lnTo>
                <a:lnTo>
                  <a:pt x="4206995" y="2521428"/>
                </a:lnTo>
                <a:lnTo>
                  <a:pt x="4186461" y="2377147"/>
                </a:lnTo>
                <a:lnTo>
                  <a:pt x="4152440" y="2235440"/>
                </a:lnTo>
                <a:lnTo>
                  <a:pt x="4105234" y="2097563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412023"/>
            <a:ext cx="281022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59306"/>
            <a:ext cx="288792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506589"/>
            <a:ext cx="296562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553872"/>
            <a:ext cx="304332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601155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648438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695722"/>
            <a:ext cx="327643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743005"/>
            <a:ext cx="335413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790288"/>
            <a:ext cx="343183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837571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884854"/>
            <a:ext cx="35872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932137"/>
            <a:ext cx="36649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979420"/>
            <a:ext cx="36390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3026703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3073986"/>
            <a:ext cx="338003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3121269"/>
            <a:ext cx="325053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3168552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3215835"/>
            <a:ext cx="29915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3263118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3310402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3357685"/>
            <a:ext cx="260301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3404968"/>
            <a:ext cx="247351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3452251"/>
            <a:ext cx="234401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3499534"/>
            <a:ext cx="22145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546817"/>
            <a:ext cx="208500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594100"/>
            <a:ext cx="20668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641383"/>
            <a:ext cx="21601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688666"/>
            <a:ext cx="225335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735949"/>
            <a:ext cx="234660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783232"/>
            <a:ext cx="24398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830515"/>
            <a:ext cx="253308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877798"/>
            <a:ext cx="26263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925082"/>
            <a:ext cx="271957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972365"/>
            <a:ext cx="281281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4019648"/>
            <a:ext cx="290605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4066931"/>
            <a:ext cx="299929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4114214"/>
            <a:ext cx="309254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4161497"/>
            <a:ext cx="31857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4208780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4256063"/>
            <a:ext cx="313139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4303346"/>
            <a:ext cx="306405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4350629"/>
            <a:ext cx="29967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4397912"/>
            <a:ext cx="292936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4445195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4492478"/>
            <a:ext cx="27946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4539762"/>
            <a:ext cx="27273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4587045"/>
            <a:ext cx="265999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4634328"/>
            <a:ext cx="259265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4681611"/>
            <a:ext cx="25253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4728894"/>
            <a:ext cx="24579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4776177"/>
            <a:ext cx="2390632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362029" y="2364740"/>
            <a:ext cx="16705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6439731" y="2412023"/>
            <a:ext cx="16446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6517433" y="2459306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6595135" y="2506589"/>
            <a:ext cx="15928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6672837" y="2553872"/>
            <a:ext cx="15669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0539" y="2601155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6828241" y="2648438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6905943" y="2695722"/>
            <a:ext cx="14892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6983645" y="2743005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7061347" y="2790288"/>
            <a:ext cx="14374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7139049" y="2837571"/>
            <a:ext cx="14115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7216751" y="2884854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9" name="Shape 87"/>
          <p:cNvSpPr/>
          <p:nvPr/>
        </p:nvSpPr>
        <p:spPr>
          <a:xfrm>
            <a:off x="7294453" y="2932137"/>
            <a:ext cx="135978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0" name="Shape 88"/>
          <p:cNvSpPr/>
          <p:nvPr/>
        </p:nvSpPr>
        <p:spPr>
          <a:xfrm>
            <a:off x="7268552" y="2979420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9049" y="3026703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2" name="Shape 90"/>
          <p:cNvSpPr/>
          <p:nvPr/>
        </p:nvSpPr>
        <p:spPr>
          <a:xfrm>
            <a:off x="7009545" y="3073986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3" name="Shape 91"/>
          <p:cNvSpPr/>
          <p:nvPr/>
        </p:nvSpPr>
        <p:spPr>
          <a:xfrm>
            <a:off x="6880042" y="3121269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4" name="Shape 92"/>
          <p:cNvSpPr/>
          <p:nvPr/>
        </p:nvSpPr>
        <p:spPr>
          <a:xfrm>
            <a:off x="6750539" y="3168552"/>
            <a:ext cx="169649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5" name="Shape 93"/>
          <p:cNvSpPr/>
          <p:nvPr/>
        </p:nvSpPr>
        <p:spPr>
          <a:xfrm>
            <a:off x="6621035" y="3215835"/>
            <a:ext cx="177419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6491532" y="3263118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6362029" y="3310402"/>
            <a:ext cx="192960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6232525" y="3357685"/>
            <a:ext cx="200730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6103022" y="3404968"/>
            <a:ext cx="208500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5973519" y="3452251"/>
            <a:ext cx="216270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44015" y="3499534"/>
            <a:ext cx="224040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714512" y="3546817"/>
            <a:ext cx="231811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5696381" y="3594100"/>
            <a:ext cx="23232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789624" y="3641383"/>
            <a:ext cx="225594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5882866" y="3688666"/>
            <a:ext cx="218860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976109" y="3735949"/>
            <a:ext cx="212126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069351" y="3783232"/>
            <a:ext cx="205392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162593" y="3830515"/>
            <a:ext cx="198658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255836" y="3877798"/>
            <a:ext cx="191924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349078" y="3925082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442321" y="3972365"/>
            <a:ext cx="178455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535563" y="4019648"/>
            <a:ext cx="171721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628806" y="4066931"/>
            <a:ext cx="164987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722048" y="4114214"/>
            <a:ext cx="158253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6815290" y="4161497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6828241" y="4208780"/>
            <a:ext cx="150223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760899" y="4256063"/>
            <a:ext cx="154368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6693557" y="4303346"/>
            <a:ext cx="158512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626215" y="4350629"/>
            <a:ext cx="162656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558874" y="4397912"/>
            <a:ext cx="166800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491532" y="4445195"/>
            <a:ext cx="170944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424190" y="4492478"/>
            <a:ext cx="17508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356848" y="4539762"/>
            <a:ext cx="179232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289507" y="4587045"/>
            <a:ext cx="183376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222165" y="4634328"/>
            <a:ext cx="187520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154823" y="4681611"/>
            <a:ext cx="191665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087481" y="4728894"/>
            <a:ext cx="19580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020140" y="4776177"/>
            <a:ext cx="1999532" cy="53633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(region →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Response-time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29338" y="4245559"/>
            <a:ext cx="1571752" cy="337109"/>
          </a:xfrm>
          <a:custGeom>
            <a:avLst/>
            <a:gdLst/>
            <a:ahLst/>
            <a:cxnLst/>
            <a:rect l="l" t="t" r="r" b="b"/>
            <a:pathLst>
              <a:path w="1571752" h="337109">
                <a:moveTo>
                  <a:pt x="962595" y="337109"/>
                </a:moveTo>
                <a:lnTo>
                  <a:pt x="1002677" y="328681"/>
                </a:lnTo>
                <a:lnTo>
                  <a:pt x="1046833" y="320253"/>
                </a:lnTo>
                <a:lnTo>
                  <a:pt x="1094256" y="311826"/>
                </a:lnTo>
                <a:lnTo>
                  <a:pt x="1143910" y="303398"/>
                </a:lnTo>
                <a:lnTo>
                  <a:pt x="1194597" y="294970"/>
                </a:lnTo>
                <a:lnTo>
                  <a:pt x="1245039" y="286542"/>
                </a:lnTo>
                <a:lnTo>
                  <a:pt x="1293979" y="278115"/>
                </a:lnTo>
                <a:lnTo>
                  <a:pt x="1340269" y="269687"/>
                </a:lnTo>
                <a:lnTo>
                  <a:pt x="1382953" y="261259"/>
                </a:lnTo>
                <a:lnTo>
                  <a:pt x="1421320" y="252832"/>
                </a:lnTo>
                <a:lnTo>
                  <a:pt x="1454936" y="244404"/>
                </a:lnTo>
                <a:lnTo>
                  <a:pt x="1483640" y="235976"/>
                </a:lnTo>
                <a:lnTo>
                  <a:pt x="1507512" y="227548"/>
                </a:lnTo>
                <a:lnTo>
                  <a:pt x="1526831" y="219121"/>
                </a:lnTo>
                <a:lnTo>
                  <a:pt x="1542009" y="210693"/>
                </a:lnTo>
                <a:lnTo>
                  <a:pt x="1553528" y="202265"/>
                </a:lnTo>
                <a:lnTo>
                  <a:pt x="1561873" y="193838"/>
                </a:lnTo>
                <a:lnTo>
                  <a:pt x="1567484" y="185410"/>
                </a:lnTo>
                <a:lnTo>
                  <a:pt x="1570704" y="176982"/>
                </a:lnTo>
                <a:lnTo>
                  <a:pt x="1571752" y="168554"/>
                </a:lnTo>
                <a:lnTo>
                  <a:pt x="1570704" y="160127"/>
                </a:lnTo>
                <a:lnTo>
                  <a:pt x="1567484" y="151699"/>
                </a:lnTo>
                <a:lnTo>
                  <a:pt x="1561873" y="143271"/>
                </a:lnTo>
                <a:lnTo>
                  <a:pt x="1553528" y="134844"/>
                </a:lnTo>
                <a:lnTo>
                  <a:pt x="1542009" y="126416"/>
                </a:lnTo>
                <a:lnTo>
                  <a:pt x="1526831" y="117988"/>
                </a:lnTo>
                <a:lnTo>
                  <a:pt x="1507512" y="109560"/>
                </a:lnTo>
                <a:lnTo>
                  <a:pt x="1483640" y="101133"/>
                </a:lnTo>
                <a:lnTo>
                  <a:pt x="1454936" y="92705"/>
                </a:lnTo>
                <a:lnTo>
                  <a:pt x="1421320" y="84277"/>
                </a:lnTo>
                <a:lnTo>
                  <a:pt x="1382953" y="75849"/>
                </a:lnTo>
                <a:lnTo>
                  <a:pt x="1340269" y="67422"/>
                </a:lnTo>
                <a:lnTo>
                  <a:pt x="1293979" y="58994"/>
                </a:lnTo>
                <a:lnTo>
                  <a:pt x="1245039" y="50566"/>
                </a:lnTo>
                <a:lnTo>
                  <a:pt x="1194597" y="42139"/>
                </a:lnTo>
                <a:lnTo>
                  <a:pt x="1143910" y="33711"/>
                </a:lnTo>
                <a:lnTo>
                  <a:pt x="1094256" y="25283"/>
                </a:lnTo>
                <a:lnTo>
                  <a:pt x="1046833" y="16855"/>
                </a:lnTo>
                <a:lnTo>
                  <a:pt x="1002677" y="8428"/>
                </a:lnTo>
                <a:lnTo>
                  <a:pt x="962595" y="0"/>
                </a:lnTo>
                <a:lnTo>
                  <a:pt x="609157" y="0"/>
                </a:lnTo>
                <a:lnTo>
                  <a:pt x="569075" y="8428"/>
                </a:lnTo>
                <a:lnTo>
                  <a:pt x="524919" y="16855"/>
                </a:lnTo>
                <a:lnTo>
                  <a:pt x="477496" y="25283"/>
                </a:lnTo>
                <a:lnTo>
                  <a:pt x="427842" y="33711"/>
                </a:lnTo>
                <a:lnTo>
                  <a:pt x="377155" y="42139"/>
                </a:lnTo>
                <a:lnTo>
                  <a:pt x="326713" y="50566"/>
                </a:lnTo>
                <a:lnTo>
                  <a:pt x="277773" y="58994"/>
                </a:lnTo>
                <a:lnTo>
                  <a:pt x="231483" y="67422"/>
                </a:lnTo>
                <a:lnTo>
                  <a:pt x="188799" y="75849"/>
                </a:lnTo>
                <a:lnTo>
                  <a:pt x="150432" y="84277"/>
                </a:lnTo>
                <a:lnTo>
                  <a:pt x="116816" y="92705"/>
                </a:lnTo>
                <a:lnTo>
                  <a:pt x="88112" y="101133"/>
                </a:lnTo>
                <a:lnTo>
                  <a:pt x="64240" y="109560"/>
                </a:lnTo>
                <a:lnTo>
                  <a:pt x="44921" y="117988"/>
                </a:lnTo>
                <a:lnTo>
                  <a:pt x="29743" y="126416"/>
                </a:lnTo>
                <a:lnTo>
                  <a:pt x="18224" y="134844"/>
                </a:lnTo>
                <a:lnTo>
                  <a:pt x="9879" y="143271"/>
                </a:lnTo>
                <a:lnTo>
                  <a:pt x="4268" y="151699"/>
                </a:lnTo>
                <a:lnTo>
                  <a:pt x="1048" y="160127"/>
                </a:lnTo>
                <a:lnTo>
                  <a:pt x="0" y="168554"/>
                </a:lnTo>
                <a:lnTo>
                  <a:pt x="1048" y="176982"/>
                </a:lnTo>
                <a:lnTo>
                  <a:pt x="4268" y="185410"/>
                </a:lnTo>
                <a:lnTo>
                  <a:pt x="9879" y="193838"/>
                </a:lnTo>
                <a:lnTo>
                  <a:pt x="18224" y="202265"/>
                </a:lnTo>
                <a:lnTo>
                  <a:pt x="29743" y="210693"/>
                </a:lnTo>
                <a:lnTo>
                  <a:pt x="44921" y="219121"/>
                </a:lnTo>
                <a:lnTo>
                  <a:pt x="64240" y="227548"/>
                </a:lnTo>
                <a:lnTo>
                  <a:pt x="88112" y="235976"/>
                </a:lnTo>
                <a:lnTo>
                  <a:pt x="116816" y="244404"/>
                </a:lnTo>
                <a:lnTo>
                  <a:pt x="150432" y="252832"/>
                </a:lnTo>
                <a:lnTo>
                  <a:pt x="188799" y="261259"/>
                </a:lnTo>
                <a:lnTo>
                  <a:pt x="231483" y="269687"/>
                </a:lnTo>
                <a:lnTo>
                  <a:pt x="277773" y="278115"/>
                </a:lnTo>
                <a:lnTo>
                  <a:pt x="326713" y="286542"/>
                </a:lnTo>
                <a:lnTo>
                  <a:pt x="377155" y="294970"/>
                </a:lnTo>
                <a:lnTo>
                  <a:pt x="427842" y="303398"/>
                </a:lnTo>
                <a:lnTo>
                  <a:pt x="477496" y="311826"/>
                </a:lnTo>
                <a:lnTo>
                  <a:pt x="524919" y="320253"/>
                </a:lnTo>
                <a:lnTo>
                  <a:pt x="569075" y="328681"/>
                </a:lnTo>
                <a:lnTo>
                  <a:pt x="609157" y="337109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40158" y="4414114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0472" y="3580158"/>
            <a:ext cx="1571752" cy="739794"/>
          </a:xfrm>
          <a:custGeom>
            <a:avLst/>
            <a:gdLst/>
            <a:ahLst/>
            <a:cxnLst/>
            <a:rect l="l" t="t" r="r" b="b"/>
            <a:pathLst>
              <a:path w="1571752" h="739794">
                <a:moveTo>
                  <a:pt x="965914" y="739794"/>
                </a:moveTo>
                <a:lnTo>
                  <a:pt x="1008771" y="721300"/>
                </a:lnTo>
                <a:lnTo>
                  <a:pt x="1056028" y="702805"/>
                </a:lnTo>
                <a:lnTo>
                  <a:pt x="1106669" y="684310"/>
                </a:lnTo>
                <a:lnTo>
                  <a:pt x="1159413" y="665815"/>
                </a:lnTo>
                <a:lnTo>
                  <a:pt x="1212801" y="647320"/>
                </a:lnTo>
                <a:lnTo>
                  <a:pt x="1265323" y="628825"/>
                </a:lnTo>
                <a:lnTo>
                  <a:pt x="1315540" y="610330"/>
                </a:lnTo>
                <a:lnTo>
                  <a:pt x="1362202" y="591836"/>
                </a:lnTo>
                <a:lnTo>
                  <a:pt x="1404342" y="573341"/>
                </a:lnTo>
                <a:lnTo>
                  <a:pt x="1441327" y="554846"/>
                </a:lnTo>
                <a:lnTo>
                  <a:pt x="1472874" y="536351"/>
                </a:lnTo>
                <a:lnTo>
                  <a:pt x="1499020" y="517856"/>
                </a:lnTo>
                <a:lnTo>
                  <a:pt x="1520072" y="499361"/>
                </a:lnTo>
                <a:lnTo>
                  <a:pt x="1536529" y="480866"/>
                </a:lnTo>
                <a:lnTo>
                  <a:pt x="1548998" y="462372"/>
                </a:lnTo>
                <a:lnTo>
                  <a:pt x="1558122" y="443877"/>
                </a:lnTo>
                <a:lnTo>
                  <a:pt x="1564505" y="425382"/>
                </a:lnTo>
                <a:lnTo>
                  <a:pt x="1568668" y="406887"/>
                </a:lnTo>
                <a:lnTo>
                  <a:pt x="1571002" y="388392"/>
                </a:lnTo>
                <a:lnTo>
                  <a:pt x="1571752" y="369897"/>
                </a:lnTo>
                <a:lnTo>
                  <a:pt x="1571002" y="351402"/>
                </a:lnTo>
                <a:lnTo>
                  <a:pt x="1568668" y="332908"/>
                </a:lnTo>
                <a:lnTo>
                  <a:pt x="1564505" y="314413"/>
                </a:lnTo>
                <a:lnTo>
                  <a:pt x="1558122" y="295918"/>
                </a:lnTo>
                <a:lnTo>
                  <a:pt x="1548998" y="277423"/>
                </a:lnTo>
                <a:lnTo>
                  <a:pt x="1536529" y="258928"/>
                </a:lnTo>
                <a:lnTo>
                  <a:pt x="1520072" y="240433"/>
                </a:lnTo>
                <a:lnTo>
                  <a:pt x="1499020" y="221938"/>
                </a:lnTo>
                <a:lnTo>
                  <a:pt x="1472874" y="203443"/>
                </a:lnTo>
                <a:lnTo>
                  <a:pt x="1441327" y="184949"/>
                </a:lnTo>
                <a:lnTo>
                  <a:pt x="1404342" y="166454"/>
                </a:lnTo>
                <a:lnTo>
                  <a:pt x="1362202" y="147959"/>
                </a:lnTo>
                <a:lnTo>
                  <a:pt x="1315540" y="129464"/>
                </a:lnTo>
                <a:lnTo>
                  <a:pt x="1265323" y="110969"/>
                </a:lnTo>
                <a:lnTo>
                  <a:pt x="1212801" y="92474"/>
                </a:lnTo>
                <a:lnTo>
                  <a:pt x="1159413" y="73979"/>
                </a:lnTo>
                <a:lnTo>
                  <a:pt x="1106669" y="55485"/>
                </a:lnTo>
                <a:lnTo>
                  <a:pt x="1056028" y="36990"/>
                </a:lnTo>
                <a:lnTo>
                  <a:pt x="1008771" y="18495"/>
                </a:lnTo>
                <a:lnTo>
                  <a:pt x="965914" y="0"/>
                </a:lnTo>
                <a:lnTo>
                  <a:pt x="605838" y="0"/>
                </a:lnTo>
                <a:lnTo>
                  <a:pt x="562981" y="18495"/>
                </a:lnTo>
                <a:lnTo>
                  <a:pt x="515724" y="36990"/>
                </a:lnTo>
                <a:lnTo>
                  <a:pt x="465083" y="55485"/>
                </a:lnTo>
                <a:lnTo>
                  <a:pt x="412339" y="73979"/>
                </a:lnTo>
                <a:lnTo>
                  <a:pt x="358951" y="92474"/>
                </a:lnTo>
                <a:lnTo>
                  <a:pt x="306429" y="110969"/>
                </a:lnTo>
                <a:lnTo>
                  <a:pt x="256212" y="129464"/>
                </a:lnTo>
                <a:lnTo>
                  <a:pt x="209550" y="147959"/>
                </a:lnTo>
                <a:lnTo>
                  <a:pt x="167410" y="166454"/>
                </a:lnTo>
                <a:lnTo>
                  <a:pt x="130425" y="184949"/>
                </a:lnTo>
                <a:lnTo>
                  <a:pt x="98878" y="203443"/>
                </a:lnTo>
                <a:lnTo>
                  <a:pt x="72732" y="221938"/>
                </a:lnTo>
                <a:lnTo>
                  <a:pt x="51680" y="240433"/>
                </a:lnTo>
                <a:lnTo>
                  <a:pt x="35223" y="258928"/>
                </a:lnTo>
                <a:lnTo>
                  <a:pt x="22754" y="277423"/>
                </a:lnTo>
                <a:lnTo>
                  <a:pt x="13630" y="295918"/>
                </a:lnTo>
                <a:lnTo>
                  <a:pt x="7247" y="314413"/>
                </a:lnTo>
                <a:lnTo>
                  <a:pt x="3084" y="332908"/>
                </a:lnTo>
                <a:lnTo>
                  <a:pt x="750" y="351402"/>
                </a:lnTo>
                <a:lnTo>
                  <a:pt x="0" y="369897"/>
                </a:lnTo>
                <a:lnTo>
                  <a:pt x="750" y="388392"/>
                </a:lnTo>
                <a:lnTo>
                  <a:pt x="3084" y="406887"/>
                </a:lnTo>
                <a:lnTo>
                  <a:pt x="7247" y="425382"/>
                </a:lnTo>
                <a:lnTo>
                  <a:pt x="13630" y="443877"/>
                </a:lnTo>
                <a:lnTo>
                  <a:pt x="22754" y="462372"/>
                </a:lnTo>
                <a:lnTo>
                  <a:pt x="35223" y="480866"/>
                </a:lnTo>
                <a:lnTo>
                  <a:pt x="51680" y="499361"/>
                </a:lnTo>
                <a:lnTo>
                  <a:pt x="72732" y="517856"/>
                </a:lnTo>
                <a:lnTo>
                  <a:pt x="98878" y="536351"/>
                </a:lnTo>
                <a:lnTo>
                  <a:pt x="130425" y="554846"/>
                </a:lnTo>
                <a:lnTo>
                  <a:pt x="167410" y="573341"/>
                </a:lnTo>
                <a:lnTo>
                  <a:pt x="209550" y="591836"/>
                </a:lnTo>
                <a:lnTo>
                  <a:pt x="256212" y="610330"/>
                </a:lnTo>
                <a:lnTo>
                  <a:pt x="306429" y="628825"/>
                </a:lnTo>
                <a:lnTo>
                  <a:pt x="358951" y="647320"/>
                </a:lnTo>
                <a:lnTo>
                  <a:pt x="412339" y="665815"/>
                </a:lnTo>
                <a:lnTo>
                  <a:pt x="465083" y="684310"/>
                </a:lnTo>
                <a:lnTo>
                  <a:pt x="515724" y="702805"/>
                </a:lnTo>
                <a:lnTo>
                  <a:pt x="562981" y="721300"/>
                </a:lnTo>
                <a:lnTo>
                  <a:pt x="605838" y="739794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11291" y="3950056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1605" y="1905000"/>
            <a:ext cx="1571752" cy="1550674"/>
          </a:xfrm>
          <a:custGeom>
            <a:avLst/>
            <a:gdLst/>
            <a:ahLst/>
            <a:cxnLst/>
            <a:rect l="l" t="t" r="r" b="b"/>
            <a:pathLst>
              <a:path w="1571752" h="1550674">
                <a:moveTo>
                  <a:pt x="965927" y="1550674"/>
                </a:moveTo>
                <a:lnTo>
                  <a:pt x="1002391" y="1511907"/>
                </a:lnTo>
                <a:lnTo>
                  <a:pt x="1042182" y="1473140"/>
                </a:lnTo>
                <a:lnTo>
                  <a:pt x="1084703" y="1434373"/>
                </a:lnTo>
                <a:lnTo>
                  <a:pt x="1129197" y="1395607"/>
                </a:lnTo>
                <a:lnTo>
                  <a:pt x="1174788" y="1356840"/>
                </a:lnTo>
                <a:lnTo>
                  <a:pt x="1220535" y="1318073"/>
                </a:lnTo>
                <a:lnTo>
                  <a:pt x="1265484" y="1279306"/>
                </a:lnTo>
                <a:lnTo>
                  <a:pt x="1308732" y="1240539"/>
                </a:lnTo>
                <a:lnTo>
                  <a:pt x="1349479" y="1201772"/>
                </a:lnTo>
                <a:lnTo>
                  <a:pt x="1387073" y="1163006"/>
                </a:lnTo>
                <a:lnTo>
                  <a:pt x="1421038" y="1124239"/>
                </a:lnTo>
                <a:lnTo>
                  <a:pt x="1451085" y="1085472"/>
                </a:lnTo>
                <a:lnTo>
                  <a:pt x="1477112" y="1046705"/>
                </a:lnTo>
                <a:lnTo>
                  <a:pt x="1499187" y="1007938"/>
                </a:lnTo>
                <a:lnTo>
                  <a:pt x="1517513" y="969171"/>
                </a:lnTo>
                <a:lnTo>
                  <a:pt x="1532402" y="930404"/>
                </a:lnTo>
                <a:lnTo>
                  <a:pt x="1544228" y="891638"/>
                </a:lnTo>
                <a:lnTo>
                  <a:pt x="1553395" y="852871"/>
                </a:lnTo>
                <a:lnTo>
                  <a:pt x="1560302" y="814104"/>
                </a:lnTo>
                <a:lnTo>
                  <a:pt x="1565316" y="775337"/>
                </a:lnTo>
                <a:lnTo>
                  <a:pt x="1568748" y="736570"/>
                </a:lnTo>
                <a:lnTo>
                  <a:pt x="1570840" y="697803"/>
                </a:lnTo>
                <a:lnTo>
                  <a:pt x="1571752" y="659036"/>
                </a:lnTo>
                <a:lnTo>
                  <a:pt x="1571559" y="620270"/>
                </a:lnTo>
                <a:lnTo>
                  <a:pt x="1570244" y="581503"/>
                </a:lnTo>
                <a:lnTo>
                  <a:pt x="1567703" y="542736"/>
                </a:lnTo>
                <a:lnTo>
                  <a:pt x="1563745" y="503969"/>
                </a:lnTo>
                <a:lnTo>
                  <a:pt x="1558103" y="465202"/>
                </a:lnTo>
                <a:lnTo>
                  <a:pt x="1550444" y="426435"/>
                </a:lnTo>
                <a:lnTo>
                  <a:pt x="1540387" y="387669"/>
                </a:lnTo>
                <a:lnTo>
                  <a:pt x="1527527" y="348902"/>
                </a:lnTo>
                <a:lnTo>
                  <a:pt x="1511468" y="310135"/>
                </a:lnTo>
                <a:lnTo>
                  <a:pt x="1491852" y="271368"/>
                </a:lnTo>
                <a:lnTo>
                  <a:pt x="1468402" y="232601"/>
                </a:lnTo>
                <a:lnTo>
                  <a:pt x="1440958" y="193834"/>
                </a:lnTo>
                <a:lnTo>
                  <a:pt x="1409510" y="155067"/>
                </a:lnTo>
                <a:lnTo>
                  <a:pt x="1374225" y="116301"/>
                </a:lnTo>
                <a:lnTo>
                  <a:pt x="1335456" y="77534"/>
                </a:lnTo>
                <a:lnTo>
                  <a:pt x="1293744" y="38767"/>
                </a:lnTo>
                <a:lnTo>
                  <a:pt x="1249800" y="0"/>
                </a:lnTo>
                <a:lnTo>
                  <a:pt x="321952" y="0"/>
                </a:lnTo>
                <a:lnTo>
                  <a:pt x="278008" y="38767"/>
                </a:lnTo>
                <a:lnTo>
                  <a:pt x="236296" y="77534"/>
                </a:lnTo>
                <a:lnTo>
                  <a:pt x="197527" y="116301"/>
                </a:lnTo>
                <a:lnTo>
                  <a:pt x="162242" y="155067"/>
                </a:lnTo>
                <a:lnTo>
                  <a:pt x="130794" y="193834"/>
                </a:lnTo>
                <a:lnTo>
                  <a:pt x="103350" y="232601"/>
                </a:lnTo>
                <a:lnTo>
                  <a:pt x="79900" y="271368"/>
                </a:lnTo>
                <a:lnTo>
                  <a:pt x="60284" y="310135"/>
                </a:lnTo>
                <a:lnTo>
                  <a:pt x="44225" y="348902"/>
                </a:lnTo>
                <a:lnTo>
                  <a:pt x="31365" y="387669"/>
                </a:lnTo>
                <a:lnTo>
                  <a:pt x="21308" y="426435"/>
                </a:lnTo>
                <a:lnTo>
                  <a:pt x="13649" y="465202"/>
                </a:lnTo>
                <a:lnTo>
                  <a:pt x="8007" y="503969"/>
                </a:lnTo>
                <a:lnTo>
                  <a:pt x="4049" y="542736"/>
                </a:lnTo>
                <a:lnTo>
                  <a:pt x="1508" y="581503"/>
                </a:lnTo>
                <a:lnTo>
                  <a:pt x="193" y="620270"/>
                </a:lnTo>
                <a:lnTo>
                  <a:pt x="0" y="659036"/>
                </a:lnTo>
                <a:lnTo>
                  <a:pt x="912" y="697803"/>
                </a:lnTo>
                <a:lnTo>
                  <a:pt x="3004" y="736570"/>
                </a:lnTo>
                <a:lnTo>
                  <a:pt x="6436" y="775337"/>
                </a:lnTo>
                <a:lnTo>
                  <a:pt x="11450" y="814104"/>
                </a:lnTo>
                <a:lnTo>
                  <a:pt x="18357" y="852871"/>
                </a:lnTo>
                <a:lnTo>
                  <a:pt x="27524" y="891638"/>
                </a:lnTo>
                <a:lnTo>
                  <a:pt x="39350" y="930404"/>
                </a:lnTo>
                <a:lnTo>
                  <a:pt x="54239" y="969171"/>
                </a:lnTo>
                <a:lnTo>
                  <a:pt x="72565" y="1007938"/>
                </a:lnTo>
                <a:lnTo>
                  <a:pt x="94640" y="1046705"/>
                </a:lnTo>
                <a:lnTo>
                  <a:pt x="120667" y="1085472"/>
                </a:lnTo>
                <a:lnTo>
                  <a:pt x="150714" y="1124239"/>
                </a:lnTo>
                <a:lnTo>
                  <a:pt x="184679" y="1163006"/>
                </a:lnTo>
                <a:lnTo>
                  <a:pt x="222273" y="1201772"/>
                </a:lnTo>
                <a:lnTo>
                  <a:pt x="263020" y="1240539"/>
                </a:lnTo>
                <a:lnTo>
                  <a:pt x="306268" y="1279306"/>
                </a:lnTo>
                <a:lnTo>
                  <a:pt x="351217" y="1318073"/>
                </a:lnTo>
                <a:lnTo>
                  <a:pt x="396964" y="1356840"/>
                </a:lnTo>
                <a:lnTo>
                  <a:pt x="442555" y="1395607"/>
                </a:lnTo>
                <a:lnTo>
                  <a:pt x="487049" y="1434373"/>
                </a:lnTo>
                <a:lnTo>
                  <a:pt x="529570" y="1473140"/>
                </a:lnTo>
                <a:lnTo>
                  <a:pt x="569361" y="1511907"/>
                </a:lnTo>
                <a:lnTo>
                  <a:pt x="605825" y="155067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82424" y="2551481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409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023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36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250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863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476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90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03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317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60318" y="28117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9983" y="2865120"/>
            <a:ext cx="28067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1658" y="265176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1323" y="2705100"/>
            <a:ext cx="280670" cy="1600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998" y="259842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2663" y="270510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4338" y="254508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4003" y="2598420"/>
            <a:ext cx="280670" cy="1600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6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53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701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6683" y="2651760"/>
            <a:ext cx="280670" cy="16002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835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88023" y="2705100"/>
            <a:ext cx="28067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9698" y="249174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9363" y="2545080"/>
            <a:ext cx="280670" cy="1600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510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03" y="254508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123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20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plan — critical path highlighted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122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642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95983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5503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843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63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04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3224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1822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27241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1228" y="25484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2660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1228" y="30903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8–14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38078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Copywriting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21228" y="3632200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39848" y="43497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1228" y="41740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14–18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39848" y="48916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21228" y="47159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18–20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4391" y="2277533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8991" y="28194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4225011" y="27660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39" name="Shape 37"/>
          <p:cNvSpPr/>
          <p:nvPr/>
        </p:nvSpPr>
        <p:spPr>
          <a:xfrm>
            <a:off x="5882996" y="28194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7596" y="33612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5763616" y="33079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2" name="Shape 40"/>
          <p:cNvSpPr/>
          <p:nvPr/>
        </p:nvSpPr>
        <p:spPr>
          <a:xfrm>
            <a:off x="4344391" y="2277533"/>
            <a:ext cx="0" cy="1625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18991" y="390313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5400000">
            <a:off x="4242791" y="385868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45" name="Shape 43"/>
          <p:cNvSpPr/>
          <p:nvPr/>
        </p:nvSpPr>
        <p:spPr>
          <a:xfrm>
            <a:off x="7729322" y="3361267"/>
            <a:ext cx="0" cy="1083733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03922" y="44450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5400000">
            <a:off x="7609942" y="43916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8960206" y="44450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34806" y="49868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5400000">
            <a:off x="8840826" y="49335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Assay reproducibility (mean ± SD)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2925870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3070774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292587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11907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2974172"/>
            <a:ext cx="1029123" cy="96603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02247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0653" y="283197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86348" y="3022321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348" y="3182569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4795" y="3022321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3235985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71786" y="3075737"/>
            <a:ext cx="1029123" cy="106832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12915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1786" y="293865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57481" y="2988934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7481" y="3459295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5928" y="2988934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361608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2919" y="3145721"/>
            <a:ext cx="1029123" cy="313574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3302508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2919" y="3112008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778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sparklines — last 12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2923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 flipV="1">
            <a:off x="3629508" y="2577592"/>
            <a:ext cx="474980" cy="3454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4488" y="2577592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4579468" y="2525776"/>
            <a:ext cx="474980" cy="69088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54448" y="252577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5529428" y="2439416"/>
            <a:ext cx="474980" cy="10363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04408" y="243941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479388" y="233578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54368" y="2335784"/>
            <a:ext cx="474980" cy="51816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429348" y="2266696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4328" y="226669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8379308" y="216306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05378" y="25880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830158" y="21389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7618" y="2136394"/>
            <a:ext cx="53340" cy="533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8905088" y="20678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30797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3629508" y="337912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104488" y="3338299"/>
            <a:ext cx="474980" cy="40825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9468" y="3338299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5054448" y="3277062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9428" y="3277062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6004408" y="3195412"/>
            <a:ext cx="474980" cy="10206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6479388" y="3134175"/>
            <a:ext cx="474980" cy="61237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4368" y="3134175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429348" y="3032113"/>
            <a:ext cx="474980" cy="122474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904328" y="2950464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9308" y="295046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05378" y="33754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5178" y="29263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33" name="Shape 31"/>
          <p:cNvSpPr/>
          <p:nvPr/>
        </p:nvSpPr>
        <p:spPr>
          <a:xfrm>
            <a:off x="8827618" y="2944206"/>
            <a:ext cx="53340" cy="5334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4" name="Text 32"/>
          <p:cNvSpPr/>
          <p:nvPr/>
        </p:nvSpPr>
        <p:spPr>
          <a:xfrm>
            <a:off x="8905088" y="2875626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47848" y="38671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29508" y="3737864"/>
            <a:ext cx="468745" cy="56134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098253" y="3775287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66999" y="3775287"/>
            <a:ext cx="468745" cy="93557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035744" y="383142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04489" y="3831421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73235" y="3943689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441980" y="3962400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10726" y="3962400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79471" y="4074668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48217" y="411209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16962" y="4149513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61578" y="41628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3605378" y="37137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49" name="Shape 47"/>
          <p:cNvSpPr/>
          <p:nvPr/>
        </p:nvSpPr>
        <p:spPr>
          <a:xfrm>
            <a:off x="8759038" y="4160266"/>
            <a:ext cx="53340" cy="53340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50" name="Text 48"/>
          <p:cNvSpPr/>
          <p:nvPr/>
        </p:nvSpPr>
        <p:spPr>
          <a:xfrm>
            <a:off x="8836508" y="4091686"/>
            <a:ext cx="307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2.7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47848" y="4654550"/>
            <a:ext cx="231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 flipV="1">
            <a:off x="3355188" y="4938410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55106" y="4938410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355024" y="4884522"/>
            <a:ext cx="499918" cy="71852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854942" y="4830633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354860" y="4794707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54779" y="479470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354697" y="4722856"/>
            <a:ext cx="499918" cy="89814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854615" y="4668967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54533" y="466896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4451" y="4579153"/>
            <a:ext cx="499918" cy="107777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8354369" y="4525264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31058" y="49502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4" name="Shape 62"/>
          <p:cNvSpPr/>
          <p:nvPr/>
        </p:nvSpPr>
        <p:spPr>
          <a:xfrm>
            <a:off x="8830158" y="45011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65" name="Shape 63"/>
          <p:cNvSpPr/>
          <p:nvPr/>
        </p:nvSpPr>
        <p:spPr>
          <a:xfrm>
            <a:off x="8827618" y="4498594"/>
            <a:ext cx="53340" cy="53340"/>
          </a:xfrm>
          <a:prstGeom prst="ellipse">
            <a:avLst/>
          </a:prstGeom>
          <a:solidFill>
            <a:srgbClr val="008300"/>
          </a:solidFill>
          <a:ln/>
        </p:spPr>
      </p:sp>
      <p:sp>
        <p:nvSpPr>
          <p:cNvPr id="66" name="Text 64"/>
          <p:cNvSpPr/>
          <p:nvPr/>
        </p:nvSpPr>
        <p:spPr>
          <a:xfrm>
            <a:off x="8905088" y="44300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8848" y="1397000"/>
            <a:ext cx="533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sales (radial bars)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21758" y="2594610"/>
            <a:ext cx="1948180" cy="194818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251841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444848" y="1917700"/>
            <a:ext cx="3302000" cy="330200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18415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57140" y="2729992"/>
            <a:ext cx="1677416" cy="1677416"/>
          </a:xfrm>
          <a:custGeom>
            <a:avLst/>
            <a:gdLst/>
            <a:ahLst/>
            <a:cxnLst/>
            <a:rect l="l" t="t" r="r" b="b"/>
            <a:pathLst>
              <a:path w="1677416" h="1677416">
                <a:moveTo>
                  <a:pt x="878217" y="931"/>
                </a:moveTo>
                <a:lnTo>
                  <a:pt x="960608" y="8906"/>
                </a:lnTo>
                <a:lnTo>
                  <a:pt x="1041813" y="24964"/>
                </a:lnTo>
                <a:lnTo>
                  <a:pt x="1121039" y="48948"/>
                </a:lnTo>
                <a:lnTo>
                  <a:pt x="1197515" y="80626"/>
                </a:lnTo>
                <a:lnTo>
                  <a:pt x="1270495" y="119687"/>
                </a:lnTo>
                <a:lnTo>
                  <a:pt x="1339270" y="165753"/>
                </a:lnTo>
                <a:lnTo>
                  <a:pt x="1403169" y="218373"/>
                </a:lnTo>
                <a:lnTo>
                  <a:pt x="1038714" y="618904"/>
                </a:lnTo>
                <a:lnTo>
                  <a:pt x="1016073" y="600259"/>
                </a:lnTo>
                <a:lnTo>
                  <a:pt x="991703" y="583937"/>
                </a:lnTo>
                <a:lnTo>
                  <a:pt x="965844" y="570096"/>
                </a:lnTo>
                <a:lnTo>
                  <a:pt x="938746" y="558872"/>
                </a:lnTo>
                <a:lnTo>
                  <a:pt x="910674" y="550373"/>
                </a:lnTo>
                <a:lnTo>
                  <a:pt x="881901" y="544684"/>
                </a:lnTo>
                <a:lnTo>
                  <a:pt x="852707" y="541858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56818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54067" y="2526919"/>
            <a:ext cx="2083562" cy="2083562"/>
          </a:xfrm>
          <a:custGeom>
            <a:avLst/>
            <a:gdLst/>
            <a:ahLst/>
            <a:cxnLst/>
            <a:rect l="l" t="t" r="r" b="b"/>
            <a:pathLst>
              <a:path w="2083562" h="2083562">
                <a:moveTo>
                  <a:pt x="1812315" y="340649"/>
                </a:moveTo>
                <a:lnTo>
                  <a:pt x="1877676" y="420020"/>
                </a:lnTo>
                <a:lnTo>
                  <a:pt x="1934895" y="505447"/>
                </a:lnTo>
                <a:lnTo>
                  <a:pt x="1983415" y="596098"/>
                </a:lnTo>
                <a:lnTo>
                  <a:pt x="2022762" y="691091"/>
                </a:lnTo>
                <a:lnTo>
                  <a:pt x="2052554" y="789499"/>
                </a:lnTo>
                <a:lnTo>
                  <a:pt x="2072500" y="890365"/>
                </a:lnTo>
                <a:lnTo>
                  <a:pt x="2082405" y="992706"/>
                </a:lnTo>
                <a:lnTo>
                  <a:pt x="1338631" y="1027782"/>
                </a:lnTo>
                <a:lnTo>
                  <a:pt x="1335805" y="998588"/>
                </a:lnTo>
                <a:lnTo>
                  <a:pt x="1330116" y="969815"/>
                </a:lnTo>
                <a:lnTo>
                  <a:pt x="1321617" y="941743"/>
                </a:lnTo>
                <a:lnTo>
                  <a:pt x="1310393" y="914645"/>
                </a:lnTo>
                <a:lnTo>
                  <a:pt x="1296552" y="888786"/>
                </a:lnTo>
                <a:lnTo>
                  <a:pt x="1280230" y="864416"/>
                </a:lnTo>
                <a:lnTo>
                  <a:pt x="1261585" y="841775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91572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2522" y="2865374"/>
            <a:ext cx="1406652" cy="1406652"/>
          </a:xfrm>
          <a:custGeom>
            <a:avLst/>
            <a:gdLst/>
            <a:ahLst/>
            <a:cxnLst/>
            <a:rect l="l" t="t" r="r" b="b"/>
            <a:pathLst>
              <a:path w="1406652" h="1406652">
                <a:moveTo>
                  <a:pt x="1405871" y="736457"/>
                </a:moveTo>
                <a:lnTo>
                  <a:pt x="1399184" y="805550"/>
                </a:lnTo>
                <a:lnTo>
                  <a:pt x="1385718" y="873646"/>
                </a:lnTo>
                <a:lnTo>
                  <a:pt x="1365605" y="940084"/>
                </a:lnTo>
                <a:lnTo>
                  <a:pt x="1339041" y="1004215"/>
                </a:lnTo>
                <a:lnTo>
                  <a:pt x="1306284" y="1065415"/>
                </a:lnTo>
                <a:lnTo>
                  <a:pt x="1267655" y="1123089"/>
                </a:lnTo>
                <a:lnTo>
                  <a:pt x="1223528" y="1176673"/>
                </a:lnTo>
                <a:lnTo>
                  <a:pt x="923130" y="903332"/>
                </a:lnTo>
                <a:lnTo>
                  <a:pt x="941775" y="880691"/>
                </a:lnTo>
                <a:lnTo>
                  <a:pt x="958097" y="856321"/>
                </a:lnTo>
                <a:lnTo>
                  <a:pt x="971938" y="830462"/>
                </a:lnTo>
                <a:lnTo>
                  <a:pt x="983162" y="803364"/>
                </a:lnTo>
                <a:lnTo>
                  <a:pt x="991661" y="775292"/>
                </a:lnTo>
                <a:lnTo>
                  <a:pt x="997350" y="746519"/>
                </a:lnTo>
                <a:lnTo>
                  <a:pt x="1000176" y="717325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91572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50994" y="2323846"/>
            <a:ext cx="2489708" cy="2489708"/>
          </a:xfrm>
          <a:custGeom>
            <a:avLst/>
            <a:gdLst/>
            <a:ahLst/>
            <a:cxnLst/>
            <a:rect l="l" t="t" r="r" b="b"/>
            <a:pathLst>
              <a:path w="2489708" h="2489708">
                <a:moveTo>
                  <a:pt x="2082656" y="2165587"/>
                </a:moveTo>
                <a:lnTo>
                  <a:pt x="1987814" y="2243689"/>
                </a:lnTo>
                <a:lnTo>
                  <a:pt x="1885735" y="2312062"/>
                </a:lnTo>
                <a:lnTo>
                  <a:pt x="1777413" y="2370039"/>
                </a:lnTo>
                <a:lnTo>
                  <a:pt x="1663904" y="2417056"/>
                </a:lnTo>
                <a:lnTo>
                  <a:pt x="1546313" y="2452655"/>
                </a:lnTo>
                <a:lnTo>
                  <a:pt x="1425785" y="2476489"/>
                </a:lnTo>
                <a:lnTo>
                  <a:pt x="1303495" y="2488326"/>
                </a:lnTo>
                <a:lnTo>
                  <a:pt x="1258853" y="1541704"/>
                </a:lnTo>
                <a:lnTo>
                  <a:pt x="1288047" y="1538878"/>
                </a:lnTo>
                <a:lnTo>
                  <a:pt x="1316820" y="1533189"/>
                </a:lnTo>
                <a:lnTo>
                  <a:pt x="1344892" y="1524690"/>
                </a:lnTo>
                <a:lnTo>
                  <a:pt x="1371990" y="1513466"/>
                </a:lnTo>
                <a:lnTo>
                  <a:pt x="1397849" y="1499625"/>
                </a:lnTo>
                <a:lnTo>
                  <a:pt x="1422219" y="1483303"/>
                </a:lnTo>
                <a:lnTo>
                  <a:pt x="1444860" y="1464658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6818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59299" y="2432152"/>
            <a:ext cx="2273097" cy="2273097"/>
          </a:xfrm>
          <a:custGeom>
            <a:avLst/>
            <a:gdLst/>
            <a:ahLst/>
            <a:cxnLst/>
            <a:rect l="l" t="t" r="r" b="b"/>
            <a:pathLst>
              <a:path w="2273097" h="2273097">
                <a:moveTo>
                  <a:pt x="1083010" y="2271835"/>
                </a:moveTo>
                <a:lnTo>
                  <a:pt x="971359" y="2261028"/>
                </a:lnTo>
                <a:lnTo>
                  <a:pt x="861318" y="2239268"/>
                </a:lnTo>
                <a:lnTo>
                  <a:pt x="753957" y="2206766"/>
                </a:lnTo>
                <a:lnTo>
                  <a:pt x="650323" y="2163840"/>
                </a:lnTo>
                <a:lnTo>
                  <a:pt x="551426" y="2110906"/>
                </a:lnTo>
                <a:lnTo>
                  <a:pt x="458228" y="2048482"/>
                </a:lnTo>
                <a:lnTo>
                  <a:pt x="371637" y="1977175"/>
                </a:lnTo>
                <a:lnTo>
                  <a:pt x="936543" y="1356352"/>
                </a:lnTo>
                <a:lnTo>
                  <a:pt x="959184" y="1374997"/>
                </a:lnTo>
                <a:lnTo>
                  <a:pt x="983553" y="1391320"/>
                </a:lnTo>
                <a:lnTo>
                  <a:pt x="1009412" y="1405160"/>
                </a:lnTo>
                <a:lnTo>
                  <a:pt x="1036510" y="1416385"/>
                </a:lnTo>
                <a:lnTo>
                  <a:pt x="1064582" y="1424883"/>
                </a:lnTo>
                <a:lnTo>
                  <a:pt x="1093355" y="1430573"/>
                </a:lnTo>
                <a:lnTo>
                  <a:pt x="1122549" y="1433398"/>
                </a:lnTo>
                <a:close/>
              </a:path>
            </a:pathLst>
          </a:cu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8337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48834" y="2621686"/>
            <a:ext cx="1894027" cy="1894027"/>
          </a:xfrm>
          <a:custGeom>
            <a:avLst/>
            <a:gdLst/>
            <a:ahLst/>
            <a:cxnLst/>
            <a:rect l="l" t="t" r="r" b="b"/>
            <a:pathLst>
              <a:path w="1894027" h="1894027">
                <a:moveTo>
                  <a:pt x="246573" y="1584366"/>
                </a:moveTo>
                <a:lnTo>
                  <a:pt x="187157" y="1512215"/>
                </a:lnTo>
                <a:lnTo>
                  <a:pt x="135143" y="1434559"/>
                </a:lnTo>
                <a:lnTo>
                  <a:pt x="91037" y="1352154"/>
                </a:lnTo>
                <a:lnTo>
                  <a:pt x="55269" y="1265803"/>
                </a:lnTo>
                <a:lnTo>
                  <a:pt x="28188" y="1176346"/>
                </a:lnTo>
                <a:lnTo>
                  <a:pt x="10056" y="1084655"/>
                </a:lnTo>
                <a:lnTo>
                  <a:pt x="1051" y="991624"/>
                </a:lnTo>
                <a:lnTo>
                  <a:pt x="650164" y="961013"/>
                </a:lnTo>
                <a:lnTo>
                  <a:pt x="652989" y="990207"/>
                </a:lnTo>
                <a:lnTo>
                  <a:pt x="658679" y="1018980"/>
                </a:lnTo>
                <a:lnTo>
                  <a:pt x="667177" y="1047052"/>
                </a:lnTo>
                <a:lnTo>
                  <a:pt x="678402" y="1074150"/>
                </a:lnTo>
                <a:lnTo>
                  <a:pt x="692242" y="1100009"/>
                </a:lnTo>
                <a:lnTo>
                  <a:pt x="708565" y="1124378"/>
                </a:lnTo>
                <a:lnTo>
                  <a:pt x="727210" y="1147019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43583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15612" y="2188464"/>
            <a:ext cx="2760472" cy="2760472"/>
          </a:xfrm>
          <a:custGeom>
            <a:avLst/>
            <a:gdLst/>
            <a:ahLst/>
            <a:cxnLst/>
            <a:rect l="l" t="t" r="r" b="b"/>
            <a:pathLst>
              <a:path w="2760472" h="2760472">
                <a:moveTo>
                  <a:pt x="1532" y="1315218"/>
                </a:moveTo>
                <a:lnTo>
                  <a:pt x="14656" y="1179628"/>
                </a:lnTo>
                <a:lnTo>
                  <a:pt x="41082" y="1045993"/>
                </a:lnTo>
                <a:lnTo>
                  <a:pt x="80553" y="915613"/>
                </a:lnTo>
                <a:lnTo>
                  <a:pt x="132683" y="789759"/>
                </a:lnTo>
                <a:lnTo>
                  <a:pt x="196966" y="669657"/>
                </a:lnTo>
                <a:lnTo>
                  <a:pt x="272774" y="556476"/>
                </a:lnTo>
                <a:lnTo>
                  <a:pt x="359371" y="451320"/>
                </a:lnTo>
                <a:lnTo>
                  <a:pt x="1160432" y="1180230"/>
                </a:lnTo>
                <a:lnTo>
                  <a:pt x="1141787" y="1202871"/>
                </a:lnTo>
                <a:lnTo>
                  <a:pt x="1125465" y="1227241"/>
                </a:lnTo>
                <a:lnTo>
                  <a:pt x="1111624" y="1253100"/>
                </a:lnTo>
                <a:lnTo>
                  <a:pt x="1100400" y="1280198"/>
                </a:lnTo>
                <a:lnTo>
                  <a:pt x="1091901" y="1308270"/>
                </a:lnTo>
                <a:lnTo>
                  <a:pt x="1086212" y="1337043"/>
                </a:lnTo>
                <a:lnTo>
                  <a:pt x="1083386" y="1366237"/>
                </a:lnTo>
                <a:close/>
              </a:path>
            </a:pathLst>
          </a:custGeom>
          <a:solidFill>
            <a:srgbClr val="E87BA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3583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24831" y="2797683"/>
            <a:ext cx="1542034" cy="1542034"/>
          </a:xfrm>
          <a:custGeom>
            <a:avLst/>
            <a:gdLst/>
            <a:ahLst/>
            <a:cxnLst/>
            <a:rect l="l" t="t" r="r" b="b"/>
            <a:pathLst>
              <a:path w="1542034" h="1542034">
                <a:moveTo>
                  <a:pt x="252113" y="200749"/>
                </a:moveTo>
                <a:lnTo>
                  <a:pt x="310855" y="152375"/>
                </a:lnTo>
                <a:lnTo>
                  <a:pt x="374079" y="110027"/>
                </a:lnTo>
                <a:lnTo>
                  <a:pt x="441169" y="74118"/>
                </a:lnTo>
                <a:lnTo>
                  <a:pt x="511473" y="44998"/>
                </a:lnTo>
                <a:lnTo>
                  <a:pt x="584305" y="22949"/>
                </a:lnTo>
                <a:lnTo>
                  <a:pt x="658955" y="8187"/>
                </a:lnTo>
                <a:lnTo>
                  <a:pt x="734697" y="856"/>
                </a:lnTo>
                <a:lnTo>
                  <a:pt x="757018" y="474167"/>
                </a:lnTo>
                <a:lnTo>
                  <a:pt x="727824" y="476993"/>
                </a:lnTo>
                <a:lnTo>
                  <a:pt x="699051" y="482682"/>
                </a:lnTo>
                <a:lnTo>
                  <a:pt x="670979" y="491181"/>
                </a:lnTo>
                <a:lnTo>
                  <a:pt x="643881" y="502405"/>
                </a:lnTo>
                <a:lnTo>
                  <a:pt x="618022" y="516246"/>
                </a:lnTo>
                <a:lnTo>
                  <a:pt x="593652" y="532568"/>
                </a:lnTo>
                <a:lnTo>
                  <a:pt x="571011" y="551213"/>
                </a:lnTo>
                <a:close/>
              </a:path>
            </a:pathLst>
          </a:cu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78337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</a:t>
            </a:r>
            <a:endParaRPr lang="en-US" sz="10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capability (stacked radar)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48574" y="3153833"/>
            <a:ext cx="894547" cy="1032933"/>
          </a:xfrm>
          <a:custGeom>
            <a:avLst/>
            <a:gdLst/>
            <a:ahLst/>
            <a:cxnLst/>
            <a:rect l="l" t="t" r="r" b="b"/>
            <a:pathLst>
              <a:path w="894547" h="1032933">
                <a:moveTo>
                  <a:pt x="447273" y="0"/>
                </a:moveTo>
                <a:lnTo>
                  <a:pt x="894547" y="258233"/>
                </a:lnTo>
                <a:lnTo>
                  <a:pt x="894547" y="774700"/>
                </a:lnTo>
                <a:lnTo>
                  <a:pt x="447273" y="1032933"/>
                </a:lnTo>
                <a:lnTo>
                  <a:pt x="0" y="774700"/>
                </a:lnTo>
                <a:lnTo>
                  <a:pt x="0" y="258233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77633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201301" y="2637367"/>
            <a:ext cx="1789093" cy="2065867"/>
          </a:xfrm>
          <a:custGeom>
            <a:avLst/>
            <a:gdLst/>
            <a:ahLst/>
            <a:cxnLst/>
            <a:rect l="l" t="t" r="r" b="b"/>
            <a:pathLst>
              <a:path w="1789093" h="2065867">
                <a:moveTo>
                  <a:pt x="894547" y="0"/>
                </a:moveTo>
                <a:lnTo>
                  <a:pt x="1789093" y="516467"/>
                </a:lnTo>
                <a:lnTo>
                  <a:pt x="1789093" y="1549400"/>
                </a:lnTo>
                <a:lnTo>
                  <a:pt x="894547" y="2065867"/>
                </a:lnTo>
                <a:lnTo>
                  <a:pt x="0" y="1549400"/>
                </a:lnTo>
                <a:lnTo>
                  <a:pt x="0" y="51646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561167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54028" y="2120900"/>
            <a:ext cx="2683640" cy="3098800"/>
          </a:xfrm>
          <a:custGeom>
            <a:avLst/>
            <a:gdLst/>
            <a:ahLst/>
            <a:cxnLst/>
            <a:rect l="l" t="t" r="r" b="b"/>
            <a:pathLst>
              <a:path w="2683640" h="3098800">
                <a:moveTo>
                  <a:pt x="1341820" y="0"/>
                </a:moveTo>
                <a:lnTo>
                  <a:pt x="2683640" y="774700"/>
                </a:lnTo>
                <a:lnTo>
                  <a:pt x="2683640" y="2324100"/>
                </a:lnTo>
                <a:lnTo>
                  <a:pt x="1341820" y="3098800"/>
                </a:lnTo>
                <a:lnTo>
                  <a:pt x="0" y="2324100"/>
                </a:lnTo>
                <a:lnTo>
                  <a:pt x="0" y="77470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20447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1209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866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03658" y="27686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03658" y="43942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33288" y="52959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75402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4337" y="4394200"/>
            <a:ext cx="3937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02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1497" y="2768600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38029" y="3257127"/>
            <a:ext cx="805092" cy="671407"/>
          </a:xfrm>
          <a:custGeom>
            <a:avLst/>
            <a:gdLst/>
            <a:ahLst/>
            <a:cxnLst/>
            <a:rect l="l" t="t" r="r" b="b"/>
            <a:pathLst>
              <a:path w="805092" h="671407">
                <a:moveTo>
                  <a:pt x="357819" y="0"/>
                </a:moveTo>
                <a:lnTo>
                  <a:pt x="626183" y="258233"/>
                </a:lnTo>
                <a:lnTo>
                  <a:pt x="805092" y="671407"/>
                </a:lnTo>
                <a:lnTo>
                  <a:pt x="357819" y="619760"/>
                </a:lnTo>
                <a:lnTo>
                  <a:pt x="0" y="619760"/>
                </a:lnTo>
                <a:lnTo>
                  <a:pt x="89455" y="25823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close/>
              </a:path>
            </a:pathLst>
          </a:custGeom>
          <a:solidFill>
            <a:srgbClr val="2A78D6">
              <a:alpha val="55000"/>
            </a:srgbClr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9665" y="2947247"/>
            <a:ext cx="1252365" cy="1446107"/>
          </a:xfrm>
          <a:custGeom>
            <a:avLst/>
            <a:gdLst/>
            <a:ahLst/>
            <a:cxnLst/>
            <a:rect l="l" t="t" r="r" b="b"/>
            <a:pathLst>
              <a:path w="1252365" h="1446107">
                <a:moveTo>
                  <a:pt x="626183" y="0"/>
                </a:moveTo>
                <a:lnTo>
                  <a:pt x="1252365" y="361527"/>
                </a:lnTo>
                <a:lnTo>
                  <a:pt x="1252365" y="1084580"/>
                </a:lnTo>
                <a:lnTo>
                  <a:pt x="626183" y="1446107"/>
                </a:lnTo>
                <a:lnTo>
                  <a:pt x="0" y="1084580"/>
                </a:lnTo>
                <a:lnTo>
                  <a:pt x="0" y="361527"/>
                </a:lnTo>
                <a:lnTo>
                  <a:pt x="357819" y="568113"/>
                </a:lnTo>
                <a:lnTo>
                  <a:pt x="268364" y="929640"/>
                </a:lnTo>
                <a:lnTo>
                  <a:pt x="626183" y="929640"/>
                </a:lnTo>
                <a:lnTo>
                  <a:pt x="1073456" y="981287"/>
                </a:lnTo>
                <a:lnTo>
                  <a:pt x="894547" y="568113"/>
                </a:lnTo>
                <a:lnTo>
                  <a:pt x="626183" y="309880"/>
                </a:lnTo>
                <a:close/>
              </a:path>
            </a:pathLst>
          </a:custGeom>
          <a:solidFill>
            <a:srgbClr val="1BAF7A">
              <a:alpha val="55000"/>
            </a:srgbClr>
          </a:solidFill>
          <a:ln w="1524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392" y="2740660"/>
            <a:ext cx="1968002" cy="1962573"/>
          </a:xfrm>
          <a:custGeom>
            <a:avLst/>
            <a:gdLst/>
            <a:ahLst/>
            <a:cxnLst/>
            <a:rect l="l" t="t" r="r" b="b"/>
            <a:pathLst>
              <a:path w="1968002" h="1962573">
                <a:moveTo>
                  <a:pt x="1073456" y="0"/>
                </a:moveTo>
                <a:lnTo>
                  <a:pt x="1968002" y="413173"/>
                </a:lnTo>
                <a:lnTo>
                  <a:pt x="1968002" y="1446107"/>
                </a:lnTo>
                <a:lnTo>
                  <a:pt x="1073456" y="1962573"/>
                </a:lnTo>
                <a:lnTo>
                  <a:pt x="0" y="1549400"/>
                </a:lnTo>
                <a:lnTo>
                  <a:pt x="268364" y="464820"/>
                </a:lnTo>
                <a:lnTo>
                  <a:pt x="447273" y="568113"/>
                </a:lnTo>
                <a:lnTo>
                  <a:pt x="447273" y="1291167"/>
                </a:lnTo>
                <a:lnTo>
                  <a:pt x="1073456" y="1652693"/>
                </a:lnTo>
                <a:lnTo>
                  <a:pt x="1699638" y="1291167"/>
                </a:lnTo>
                <a:lnTo>
                  <a:pt x="1699638" y="568113"/>
                </a:lnTo>
                <a:lnTo>
                  <a:pt x="1073456" y="206587"/>
                </a:lnTo>
                <a:close/>
              </a:path>
            </a:pathLst>
          </a:custGeom>
          <a:solidFill>
            <a:srgbClr val="EDA100">
              <a:alpha val="55000"/>
            </a:srgbClr>
          </a:solidFill>
          <a:ln w="15240">
            <a:solidFill>
              <a:srgbClr val="EDA1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4848" y="1720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301848" y="1676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97148" y="1720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3924148" y="16764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82288" y="1720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4409288" y="1676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share (angle = revenue, radius = margin)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82948" y="1955800"/>
            <a:ext cx="3225800" cy="3225800"/>
          </a:xfrm>
          <a:custGeom>
            <a:avLst/>
            <a:gdLst/>
            <a:ahLst/>
            <a:cxnLst/>
            <a:rect l="l" t="t" r="r" b="b"/>
            <a:pathLst>
              <a:path w="3225800" h="3225800">
                <a:moveTo>
                  <a:pt x="1612900" y="0"/>
                </a:moveTo>
                <a:lnTo>
                  <a:pt x="1781494" y="8836"/>
                </a:lnTo>
                <a:lnTo>
                  <a:pt x="1948241" y="35246"/>
                </a:lnTo>
                <a:lnTo>
                  <a:pt x="2111314" y="78941"/>
                </a:lnTo>
                <a:lnTo>
                  <a:pt x="2268926" y="139443"/>
                </a:lnTo>
                <a:lnTo>
                  <a:pt x="2419350" y="216088"/>
                </a:lnTo>
                <a:lnTo>
                  <a:pt x="2560939" y="308036"/>
                </a:lnTo>
                <a:lnTo>
                  <a:pt x="2692141" y="414282"/>
                </a:lnTo>
                <a:lnTo>
                  <a:pt x="2811518" y="533659"/>
                </a:lnTo>
                <a:lnTo>
                  <a:pt x="2917764" y="664861"/>
                </a:lnTo>
                <a:lnTo>
                  <a:pt x="3009712" y="806450"/>
                </a:lnTo>
                <a:lnTo>
                  <a:pt x="3086357" y="956874"/>
                </a:lnTo>
                <a:lnTo>
                  <a:pt x="3146859" y="1114486"/>
                </a:lnTo>
                <a:lnTo>
                  <a:pt x="3190554" y="1277559"/>
                </a:lnTo>
                <a:lnTo>
                  <a:pt x="3216964" y="1444306"/>
                </a:lnTo>
                <a:lnTo>
                  <a:pt x="3225800" y="1612900"/>
                </a:lnTo>
                <a:lnTo>
                  <a:pt x="3216964" y="1781494"/>
                </a:lnTo>
                <a:lnTo>
                  <a:pt x="3190554" y="1948241"/>
                </a:lnTo>
                <a:lnTo>
                  <a:pt x="3146859" y="2111314"/>
                </a:lnTo>
                <a:lnTo>
                  <a:pt x="3086357" y="2268926"/>
                </a:lnTo>
                <a:lnTo>
                  <a:pt x="3009712" y="2419350"/>
                </a:lnTo>
                <a:lnTo>
                  <a:pt x="2917764" y="2560939"/>
                </a:lnTo>
                <a:lnTo>
                  <a:pt x="2811518" y="2692141"/>
                </a:lnTo>
                <a:lnTo>
                  <a:pt x="2692141" y="2811518"/>
                </a:lnTo>
                <a:lnTo>
                  <a:pt x="2560939" y="2917764"/>
                </a:lnTo>
                <a:lnTo>
                  <a:pt x="2419350" y="3009712"/>
                </a:lnTo>
                <a:lnTo>
                  <a:pt x="2268926" y="3086357"/>
                </a:lnTo>
                <a:lnTo>
                  <a:pt x="2111314" y="3146859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701434" y="3303473"/>
            <a:ext cx="68990" cy="1092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9239" y="3205243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45%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96567" y="2269419"/>
            <a:ext cx="2598561" cy="2598561"/>
          </a:xfrm>
          <a:custGeom>
            <a:avLst/>
            <a:gdLst/>
            <a:ahLst/>
            <a:cxnLst/>
            <a:rect l="l" t="t" r="r" b="b"/>
            <a:pathLst>
              <a:path w="2598561" h="2598561">
                <a:moveTo>
                  <a:pt x="1700780" y="2534970"/>
                </a:moveTo>
                <a:lnTo>
                  <a:pt x="1569416" y="2570169"/>
                </a:lnTo>
                <a:lnTo>
                  <a:pt x="1435092" y="2591444"/>
                </a:lnTo>
                <a:lnTo>
                  <a:pt x="1299281" y="2598561"/>
                </a:lnTo>
                <a:lnTo>
                  <a:pt x="1163469" y="2591444"/>
                </a:lnTo>
                <a:lnTo>
                  <a:pt x="1029145" y="2570169"/>
                </a:lnTo>
                <a:lnTo>
                  <a:pt x="897781" y="2534970"/>
                </a:lnTo>
                <a:lnTo>
                  <a:pt x="770816" y="2486232"/>
                </a:lnTo>
                <a:lnTo>
                  <a:pt x="649640" y="2424491"/>
                </a:lnTo>
                <a:lnTo>
                  <a:pt x="535583" y="2350421"/>
                </a:lnTo>
                <a:lnTo>
                  <a:pt x="429892" y="2264834"/>
                </a:lnTo>
                <a:lnTo>
                  <a:pt x="333727" y="2168669"/>
                </a:lnTo>
                <a:lnTo>
                  <a:pt x="248141" y="2062979"/>
                </a:lnTo>
                <a:lnTo>
                  <a:pt x="174071" y="1948921"/>
                </a:lnTo>
                <a:lnTo>
                  <a:pt x="112329" y="1827746"/>
                </a:lnTo>
                <a:lnTo>
                  <a:pt x="63591" y="1700780"/>
                </a:lnTo>
                <a:lnTo>
                  <a:pt x="28392" y="1569416"/>
                </a:lnTo>
                <a:lnTo>
                  <a:pt x="7118" y="1435092"/>
                </a:lnTo>
                <a:lnTo>
                  <a:pt x="0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5283628" y="4630115"/>
            <a:ext cx="41057" cy="565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98671" y="460678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2159" y="2135011"/>
            <a:ext cx="2867378" cy="2867378"/>
          </a:xfrm>
          <a:custGeom>
            <a:avLst/>
            <a:gdLst/>
            <a:ahLst/>
            <a:cxnLst/>
            <a:rect l="l" t="t" r="r" b="b"/>
            <a:pathLst>
              <a:path w="2867378" h="2867378">
                <a:moveTo>
                  <a:pt x="0" y="1433689"/>
                </a:moveTo>
                <a:lnTo>
                  <a:pt x="7571" y="1286543"/>
                </a:lnTo>
                <a:lnTo>
                  <a:pt x="30205" y="1140951"/>
                </a:lnTo>
                <a:lnTo>
                  <a:pt x="67661" y="998450"/>
                </a:lnTo>
                <a:lnTo>
                  <a:pt x="119546" y="860547"/>
                </a:lnTo>
                <a:lnTo>
                  <a:pt x="185310" y="728697"/>
                </a:lnTo>
                <a:lnTo>
                  <a:pt x="264259" y="604293"/>
                </a:lnTo>
                <a:lnTo>
                  <a:pt x="355560" y="488649"/>
                </a:lnTo>
                <a:lnTo>
                  <a:pt x="458247" y="382986"/>
                </a:lnTo>
                <a:lnTo>
                  <a:pt x="571237" y="288420"/>
                </a:lnTo>
                <a:lnTo>
                  <a:pt x="693336" y="205951"/>
                </a:lnTo>
                <a:lnTo>
                  <a:pt x="823254" y="136448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15645" y="2756259"/>
            <a:ext cx="58976" cy="374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0120" y="265080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0975" y="2403828"/>
            <a:ext cx="2329744" cy="2329744"/>
          </a:xfrm>
          <a:custGeom>
            <a:avLst/>
            <a:gdLst/>
            <a:ahLst/>
            <a:cxnLst/>
            <a:rect l="l" t="t" r="r" b="b"/>
            <a:pathLst>
              <a:path w="2329744" h="2329744">
                <a:moveTo>
                  <a:pt x="668894" y="110864"/>
                </a:moveTo>
                <a:lnTo>
                  <a:pt x="763407" y="71367"/>
                </a:lnTo>
                <a:lnTo>
                  <a:pt x="861025" y="40326"/>
                </a:lnTo>
                <a:lnTo>
                  <a:pt x="960993" y="17981"/>
                </a:lnTo>
                <a:lnTo>
                  <a:pt x="1062537" y="4504"/>
                </a:lnTo>
                <a:lnTo>
                  <a:pt x="1164872" y="0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23731" y="2351320"/>
            <a:ext cx="15237" cy="6816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0135" y="223747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LatAm 7%</a:t>
            </a:r>
            <a:endParaRPr lang="en-US" sz="10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Correlation matrix — size = magnitude, +/− marks the direction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1934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69376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818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4260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1702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848" y="186690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35248" y="186690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961232" y="199288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942919" y="190015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2" name="Shape 10"/>
          <p:cNvSpPr/>
          <p:nvPr/>
        </p:nvSpPr>
        <p:spPr>
          <a:xfrm>
            <a:off x="5055602" y="201283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3" name="Shape 11"/>
          <p:cNvSpPr/>
          <p:nvPr/>
        </p:nvSpPr>
        <p:spPr>
          <a:xfrm>
            <a:off x="6055081" y="193789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6152667" y="203548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5" name="Shape 13"/>
          <p:cNvSpPr/>
          <p:nvPr/>
        </p:nvSpPr>
        <p:spPr>
          <a:xfrm>
            <a:off x="7150757" y="195915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16" name="Shape 14"/>
          <p:cNvSpPr/>
          <p:nvPr/>
        </p:nvSpPr>
        <p:spPr>
          <a:xfrm>
            <a:off x="7239841" y="204823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7" name="Shape 15"/>
          <p:cNvSpPr/>
          <p:nvPr/>
        </p:nvSpPr>
        <p:spPr>
          <a:xfrm>
            <a:off x="8184373" y="191834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18" name="Shape 16"/>
          <p:cNvSpPr/>
          <p:nvPr/>
        </p:nvSpPr>
        <p:spPr>
          <a:xfrm>
            <a:off x="8289779" y="210280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250952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8499" y="254277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21" name="Shape 19"/>
          <p:cNvSpPr/>
          <p:nvPr/>
        </p:nvSpPr>
        <p:spPr>
          <a:xfrm>
            <a:off x="3981182" y="265545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2" name="Shape 20"/>
          <p:cNvSpPr/>
          <p:nvPr/>
        </p:nvSpPr>
        <p:spPr>
          <a:xfrm>
            <a:off x="4909668" y="250952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035652" y="263550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035533" y="256096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25" name="Shape 23"/>
          <p:cNvSpPr/>
          <p:nvPr/>
        </p:nvSpPr>
        <p:spPr>
          <a:xfrm>
            <a:off x="6140939" y="266637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7273869" y="272488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3708" y="276472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8" name="Shape 26"/>
          <p:cNvSpPr/>
          <p:nvPr/>
        </p:nvSpPr>
        <p:spPr>
          <a:xfrm>
            <a:off x="8275377" y="265196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29" name="Shape 27"/>
          <p:cNvSpPr/>
          <p:nvPr/>
        </p:nvSpPr>
        <p:spPr>
          <a:xfrm>
            <a:off x="8344381" y="277272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315214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906241" y="322313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32" name="Shape 30"/>
          <p:cNvSpPr/>
          <p:nvPr/>
        </p:nvSpPr>
        <p:spPr>
          <a:xfrm>
            <a:off x="4003827" y="332072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3" name="Shape 31"/>
          <p:cNvSpPr/>
          <p:nvPr/>
        </p:nvSpPr>
        <p:spPr>
          <a:xfrm>
            <a:off x="4961113" y="320358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34" name="Shape 32"/>
          <p:cNvSpPr/>
          <p:nvPr/>
        </p:nvSpPr>
        <p:spPr>
          <a:xfrm>
            <a:off x="5066519" y="330899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5" name="Shape 33"/>
          <p:cNvSpPr/>
          <p:nvPr/>
        </p:nvSpPr>
        <p:spPr>
          <a:xfrm>
            <a:off x="5984088" y="315214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6110072" y="327812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7232613" y="332624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288955" y="338258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8307033" y="332624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40" name="Shape 38"/>
          <p:cNvSpPr/>
          <p:nvPr/>
        </p:nvSpPr>
        <p:spPr>
          <a:xfrm>
            <a:off x="8363375" y="342484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3174848" y="379476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927497" y="388701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43" name="Shape 41"/>
          <p:cNvSpPr/>
          <p:nvPr/>
        </p:nvSpPr>
        <p:spPr>
          <a:xfrm>
            <a:off x="4016581" y="397609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4" name="Shape 42"/>
          <p:cNvSpPr/>
          <p:nvPr/>
        </p:nvSpPr>
        <p:spPr>
          <a:xfrm>
            <a:off x="5125029" y="401012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5" name="Shape 43"/>
          <p:cNvSpPr/>
          <p:nvPr/>
        </p:nvSpPr>
        <p:spPr>
          <a:xfrm>
            <a:off x="5164868" y="404996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6" name="Shape 44"/>
          <p:cNvSpPr/>
          <p:nvPr/>
        </p:nvSpPr>
        <p:spPr>
          <a:xfrm>
            <a:off x="6158193" y="396886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7" name="Shape 45"/>
          <p:cNvSpPr/>
          <p:nvPr/>
        </p:nvSpPr>
        <p:spPr>
          <a:xfrm>
            <a:off x="6214535" y="402520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8" name="Shape 46"/>
          <p:cNvSpPr/>
          <p:nvPr/>
        </p:nvSpPr>
        <p:spPr>
          <a:xfrm>
            <a:off x="7058508" y="379476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7184492" y="392074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8149090" y="381092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51" name="Shape 49"/>
          <p:cNvSpPr/>
          <p:nvPr/>
        </p:nvSpPr>
        <p:spPr>
          <a:xfrm>
            <a:off x="8268609" y="402008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3174848" y="443738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886693" y="448882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54" name="Shape 52"/>
          <p:cNvSpPr/>
          <p:nvPr/>
        </p:nvSpPr>
        <p:spPr>
          <a:xfrm>
            <a:off x="3992099" y="467328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5" name="Shape 53"/>
          <p:cNvSpPr/>
          <p:nvPr/>
        </p:nvSpPr>
        <p:spPr>
          <a:xfrm>
            <a:off x="5052117" y="457982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1121" y="470058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7" name="Shape 55"/>
          <p:cNvSpPr/>
          <p:nvPr/>
        </p:nvSpPr>
        <p:spPr>
          <a:xfrm>
            <a:off x="6158193" y="461148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58" name="Shape 56"/>
          <p:cNvSpPr/>
          <p:nvPr/>
        </p:nvSpPr>
        <p:spPr>
          <a:xfrm>
            <a:off x="6214535" y="471008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9" name="Shape 57"/>
          <p:cNvSpPr/>
          <p:nvPr/>
        </p:nvSpPr>
        <p:spPr>
          <a:xfrm>
            <a:off x="7074670" y="445354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0" name="Shape 58"/>
          <p:cNvSpPr/>
          <p:nvPr/>
        </p:nvSpPr>
        <p:spPr>
          <a:xfrm>
            <a:off x="7194189" y="466270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8132928" y="443738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8258912" y="456336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3619348" y="5156200"/>
            <a:ext cx="80433" cy="114300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4" name="Shape 62"/>
          <p:cNvSpPr/>
          <p:nvPr/>
        </p:nvSpPr>
        <p:spPr>
          <a:xfrm>
            <a:off x="3693431" y="5156200"/>
            <a:ext cx="80433" cy="114300"/>
          </a:xfrm>
          <a:prstGeom prst="rect">
            <a:avLst/>
          </a:prstGeom>
          <a:solidFill>
            <a:srgbClr val="E88685"/>
          </a:solidFill>
          <a:ln/>
        </p:spPr>
      </p:sp>
      <p:sp>
        <p:nvSpPr>
          <p:cNvPr id="65" name="Shape 63"/>
          <p:cNvSpPr/>
          <p:nvPr/>
        </p:nvSpPr>
        <p:spPr>
          <a:xfrm>
            <a:off x="3767514" y="5156200"/>
            <a:ext cx="80433" cy="114300"/>
          </a:xfrm>
          <a:prstGeom prst="rect">
            <a:avLst/>
          </a:prstGeom>
          <a:solidFill>
            <a:srgbClr val="EB9898"/>
          </a:solidFill>
          <a:ln/>
        </p:spPr>
      </p:sp>
      <p:sp>
        <p:nvSpPr>
          <p:cNvPr id="66" name="Shape 64"/>
          <p:cNvSpPr/>
          <p:nvPr/>
        </p:nvSpPr>
        <p:spPr>
          <a:xfrm>
            <a:off x="3841598" y="5156200"/>
            <a:ext cx="80433" cy="114300"/>
          </a:xfrm>
          <a:prstGeom prst="rect">
            <a:avLst/>
          </a:prstGeom>
          <a:solidFill>
            <a:srgbClr val="EDA8A8"/>
          </a:solidFill>
          <a:ln/>
        </p:spPr>
      </p:sp>
      <p:sp>
        <p:nvSpPr>
          <p:cNvPr id="67" name="Shape 65"/>
          <p:cNvSpPr/>
          <p:nvPr/>
        </p:nvSpPr>
        <p:spPr>
          <a:xfrm>
            <a:off x="3915681" y="5156200"/>
            <a:ext cx="80433" cy="114300"/>
          </a:xfrm>
          <a:prstGeom prst="rect">
            <a:avLst/>
          </a:prstGeom>
          <a:solidFill>
            <a:srgbClr val="F0B6B6"/>
          </a:solidFill>
          <a:ln/>
        </p:spPr>
      </p:sp>
      <p:sp>
        <p:nvSpPr>
          <p:cNvPr id="68" name="Shape 66"/>
          <p:cNvSpPr/>
          <p:nvPr/>
        </p:nvSpPr>
        <p:spPr>
          <a:xfrm>
            <a:off x="3989764" y="5156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69" name="Shape 67"/>
          <p:cNvSpPr/>
          <p:nvPr/>
        </p:nvSpPr>
        <p:spPr>
          <a:xfrm>
            <a:off x="4063848" y="5156200"/>
            <a:ext cx="80433" cy="114300"/>
          </a:xfrm>
          <a:prstGeom prst="rect">
            <a:avLst/>
          </a:prstGeom>
          <a:solidFill>
            <a:srgbClr val="F4CFCF"/>
          </a:solidFill>
          <a:ln/>
        </p:spPr>
      </p:sp>
      <p:sp>
        <p:nvSpPr>
          <p:cNvPr id="70" name="Shape 68"/>
          <p:cNvSpPr/>
          <p:nvPr/>
        </p:nvSpPr>
        <p:spPr>
          <a:xfrm>
            <a:off x="4137931" y="5156200"/>
            <a:ext cx="80433" cy="114300"/>
          </a:xfrm>
          <a:prstGeom prst="rect">
            <a:avLst/>
          </a:prstGeom>
          <a:solidFill>
            <a:srgbClr val="F6DADA"/>
          </a:solidFill>
          <a:ln/>
        </p:spPr>
      </p:sp>
      <p:sp>
        <p:nvSpPr>
          <p:cNvPr id="71" name="Shape 69"/>
          <p:cNvSpPr/>
          <p:nvPr/>
        </p:nvSpPr>
        <p:spPr>
          <a:xfrm>
            <a:off x="4212014" y="5156200"/>
            <a:ext cx="80433" cy="114300"/>
          </a:xfrm>
          <a:prstGeom prst="rect">
            <a:avLst/>
          </a:prstGeom>
          <a:solidFill>
            <a:srgbClr val="F9E4E4"/>
          </a:solidFill>
          <a:ln/>
        </p:spPr>
      </p:sp>
      <p:sp>
        <p:nvSpPr>
          <p:cNvPr id="72" name="Shape 70"/>
          <p:cNvSpPr/>
          <p:nvPr/>
        </p:nvSpPr>
        <p:spPr>
          <a:xfrm>
            <a:off x="4286098" y="5156200"/>
            <a:ext cx="80433" cy="114300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73" name="Shape 71"/>
          <p:cNvSpPr/>
          <p:nvPr/>
        </p:nvSpPr>
        <p:spPr>
          <a:xfrm>
            <a:off x="4360181" y="5156200"/>
            <a:ext cx="80433" cy="114300"/>
          </a:xfrm>
          <a:prstGeom prst="rect">
            <a:avLst/>
          </a:prstGeom>
          <a:solidFill>
            <a:srgbClr val="FDF7F7"/>
          </a:solidFill>
          <a:ln/>
        </p:spPr>
      </p:sp>
      <p:sp>
        <p:nvSpPr>
          <p:cNvPr id="74" name="Shape 72"/>
          <p:cNvSpPr/>
          <p:nvPr/>
        </p:nvSpPr>
        <p:spPr>
          <a:xfrm>
            <a:off x="4434264" y="5156200"/>
            <a:ext cx="80433" cy="114300"/>
          </a:xfrm>
          <a:prstGeom prst="rect">
            <a:avLst/>
          </a:prstGeom>
          <a:solidFill>
            <a:srgbClr val="FEFEFF"/>
          </a:solidFill>
          <a:ln/>
        </p:spPr>
      </p:sp>
      <p:sp>
        <p:nvSpPr>
          <p:cNvPr id="75" name="Shape 73"/>
          <p:cNvSpPr/>
          <p:nvPr/>
        </p:nvSpPr>
        <p:spPr>
          <a:xfrm>
            <a:off x="4508348" y="5156200"/>
            <a:ext cx="80433" cy="11430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76" name="Shape 74"/>
          <p:cNvSpPr/>
          <p:nvPr/>
        </p:nvSpPr>
        <p:spPr>
          <a:xfrm>
            <a:off x="4582431" y="5156200"/>
            <a:ext cx="80433" cy="114300"/>
          </a:xfrm>
          <a:prstGeom prst="rect">
            <a:avLst/>
          </a:prstGeom>
          <a:solidFill>
            <a:srgbClr val="EBEEF9"/>
          </a:solidFill>
          <a:ln/>
        </p:spPr>
      </p:sp>
      <p:sp>
        <p:nvSpPr>
          <p:cNvPr id="77" name="Shape 75"/>
          <p:cNvSpPr/>
          <p:nvPr/>
        </p:nvSpPr>
        <p:spPr>
          <a:xfrm>
            <a:off x="4656514" y="5156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78" name="Shape 76"/>
          <p:cNvSpPr/>
          <p:nvPr/>
        </p:nvSpPr>
        <p:spPr>
          <a:xfrm>
            <a:off x="4730598" y="5156200"/>
            <a:ext cx="80433" cy="114300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79" name="Shape 77"/>
          <p:cNvSpPr/>
          <p:nvPr/>
        </p:nvSpPr>
        <p:spPr>
          <a:xfrm>
            <a:off x="4804681" y="5156200"/>
            <a:ext cx="80433" cy="114300"/>
          </a:xfrm>
          <a:prstGeom prst="rect">
            <a:avLst/>
          </a:prstGeom>
          <a:solidFill>
            <a:srgbClr val="CAD4EF"/>
          </a:solidFill>
          <a:ln/>
        </p:spPr>
      </p:sp>
      <p:sp>
        <p:nvSpPr>
          <p:cNvPr id="80" name="Shape 78"/>
          <p:cNvSpPr/>
          <p:nvPr/>
        </p:nvSpPr>
        <p:spPr>
          <a:xfrm>
            <a:off x="4878764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81" name="Shape 79"/>
          <p:cNvSpPr/>
          <p:nvPr/>
        </p:nvSpPr>
        <p:spPr>
          <a:xfrm>
            <a:off x="4952848" y="5156200"/>
            <a:ext cx="80433" cy="114300"/>
          </a:xfrm>
          <a:prstGeom prst="rect">
            <a:avLst/>
          </a:prstGeom>
          <a:solidFill>
            <a:srgbClr val="AFBFE8"/>
          </a:solidFill>
          <a:ln/>
        </p:spPr>
      </p:sp>
      <p:sp>
        <p:nvSpPr>
          <p:cNvPr id="82" name="Shape 80"/>
          <p:cNvSpPr/>
          <p:nvPr/>
        </p:nvSpPr>
        <p:spPr>
          <a:xfrm>
            <a:off x="5026931" y="5156200"/>
            <a:ext cx="80433" cy="114300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83" name="Shape 81"/>
          <p:cNvSpPr/>
          <p:nvPr/>
        </p:nvSpPr>
        <p:spPr>
          <a:xfrm>
            <a:off x="5101014" y="5156200"/>
            <a:ext cx="80433" cy="114300"/>
          </a:xfrm>
          <a:prstGeom prst="rect">
            <a:avLst/>
          </a:prstGeom>
          <a:solidFill>
            <a:srgbClr val="8DA8E1"/>
          </a:solidFill>
          <a:ln/>
        </p:spPr>
      </p:sp>
      <p:sp>
        <p:nvSpPr>
          <p:cNvPr id="84" name="Shape 82"/>
          <p:cNvSpPr/>
          <p:nvPr/>
        </p:nvSpPr>
        <p:spPr>
          <a:xfrm>
            <a:off x="5175098" y="5156200"/>
            <a:ext cx="80433" cy="114300"/>
          </a:xfrm>
          <a:prstGeom prst="rect">
            <a:avLst/>
          </a:prstGeom>
          <a:solidFill>
            <a:srgbClr val="779ADD"/>
          </a:solidFill>
          <a:ln/>
        </p:spPr>
      </p:sp>
      <p:sp>
        <p:nvSpPr>
          <p:cNvPr id="85" name="Shape 83"/>
          <p:cNvSpPr/>
          <p:nvPr/>
        </p:nvSpPr>
        <p:spPr>
          <a:xfrm>
            <a:off x="5249181" y="5156200"/>
            <a:ext cx="80433" cy="114300"/>
          </a:xfrm>
          <a:prstGeom prst="rect">
            <a:avLst/>
          </a:prstGeom>
          <a:solidFill>
            <a:srgbClr val="5B8ADA"/>
          </a:solidFill>
          <a:ln/>
        </p:spPr>
      </p:sp>
      <p:sp>
        <p:nvSpPr>
          <p:cNvPr id="86" name="Shape 84"/>
          <p:cNvSpPr/>
          <p:nvPr/>
        </p:nvSpPr>
        <p:spPr>
          <a:xfrm>
            <a:off x="532326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Text 85"/>
          <p:cNvSpPr/>
          <p:nvPr/>
        </p:nvSpPr>
        <p:spPr>
          <a:xfrm>
            <a:off x="3619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-0.9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4508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4334558" y="5276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397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KPIs (rows clustered)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01050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1924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2797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93671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28848" y="186690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9" name="Text 7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1" name="Text 9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solidFill>
            <a:srgbClr val="5C8BDA"/>
          </a:solidFill>
          <a:ln/>
        </p:spPr>
      </p:sp>
      <p:sp>
        <p:nvSpPr>
          <p:cNvPr id="13" name="Text 11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8848" y="240241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8" name="Text 16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solidFill>
            <a:srgbClr val="618DDB"/>
          </a:solidFill>
          <a:ln/>
        </p:spPr>
      </p:sp>
      <p:sp>
        <p:nvSpPr>
          <p:cNvPr id="20" name="Text 18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solidFill>
            <a:srgbClr val="5186D9"/>
          </a:solidFill>
          <a:ln/>
        </p:spPr>
      </p:sp>
      <p:sp>
        <p:nvSpPr>
          <p:cNvPr id="22" name="Text 20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solidFill>
            <a:srgbClr val="3D7ED7"/>
          </a:solidFill>
          <a:ln/>
        </p:spPr>
      </p:sp>
      <p:sp>
        <p:nvSpPr>
          <p:cNvPr id="24" name="Text 22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28848" y="293793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solidFill>
            <a:srgbClr val="6590DB"/>
          </a:solidFill>
          <a:ln/>
        </p:spPr>
      </p:sp>
      <p:sp>
        <p:nvSpPr>
          <p:cNvPr id="27" name="Text 25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solidFill>
            <a:srgbClr val="6D94DC"/>
          </a:solidFill>
          <a:ln/>
        </p:spPr>
      </p:sp>
      <p:sp>
        <p:nvSpPr>
          <p:cNvPr id="29" name="Text 27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solidFill>
            <a:srgbClr val="4B83D8"/>
          </a:solidFill>
          <a:ln/>
        </p:spPr>
      </p:sp>
      <p:sp>
        <p:nvSpPr>
          <p:cNvPr id="31" name="Text 29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solidFill>
            <a:srgbClr val="4581D8"/>
          </a:solidFill>
          <a:ln/>
        </p:spPr>
      </p:sp>
      <p:sp>
        <p:nvSpPr>
          <p:cNvPr id="33" name="Text 31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28848" y="347345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solidFill>
            <a:srgbClr val="BBC9EC"/>
          </a:solidFill>
          <a:ln/>
        </p:spPr>
      </p:sp>
      <p:sp>
        <p:nvSpPr>
          <p:cNvPr id="36" name="Text 34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38" name="Text 36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solidFill>
            <a:srgbClr val="BFCCED"/>
          </a:solidFill>
          <a:ln/>
        </p:spPr>
      </p:sp>
      <p:sp>
        <p:nvSpPr>
          <p:cNvPr id="40" name="Text 38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solidFill>
            <a:srgbClr val="B1C1E9"/>
          </a:solidFill>
          <a:ln/>
        </p:spPr>
      </p:sp>
      <p:sp>
        <p:nvSpPr>
          <p:cNvPr id="42" name="Text 40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428848" y="400896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solidFill>
            <a:srgbClr val="EEF2FA"/>
          </a:solidFill>
          <a:ln/>
        </p:spPr>
      </p:sp>
      <p:sp>
        <p:nvSpPr>
          <p:cNvPr id="45" name="Text 43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47" name="Text 45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solidFill>
            <a:srgbClr val="F0F3FB"/>
          </a:solidFill>
          <a:ln/>
        </p:spPr>
      </p:sp>
      <p:sp>
        <p:nvSpPr>
          <p:cNvPr id="49" name="Text 47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51" name="Text 49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28848" y="454448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54" name="Text 52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56" name="Text 54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58" name="Text 56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solidFill>
            <a:srgbClr val="EDF0FA"/>
          </a:solidFill>
          <a:ln/>
        </p:spPr>
      </p:sp>
      <p:sp>
        <p:nvSpPr>
          <p:cNvPr id="60" name="Text 58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010508" y="5156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62" name="Shape 60"/>
          <p:cNvSpPr/>
          <p:nvPr/>
        </p:nvSpPr>
        <p:spPr>
          <a:xfrm>
            <a:off x="4084591" y="5156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63" name="Shape 61"/>
          <p:cNvSpPr/>
          <p:nvPr/>
        </p:nvSpPr>
        <p:spPr>
          <a:xfrm>
            <a:off x="4158674" y="5156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64" name="Shape 62"/>
          <p:cNvSpPr/>
          <p:nvPr/>
        </p:nvSpPr>
        <p:spPr>
          <a:xfrm>
            <a:off x="4232758" y="5156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65" name="Shape 63"/>
          <p:cNvSpPr/>
          <p:nvPr/>
        </p:nvSpPr>
        <p:spPr>
          <a:xfrm>
            <a:off x="4306841" y="5156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66" name="Shape 64"/>
          <p:cNvSpPr/>
          <p:nvPr/>
        </p:nvSpPr>
        <p:spPr>
          <a:xfrm>
            <a:off x="4380924" y="5156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455008" y="5156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68" name="Shape 66"/>
          <p:cNvSpPr/>
          <p:nvPr/>
        </p:nvSpPr>
        <p:spPr>
          <a:xfrm>
            <a:off x="4529091" y="5156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69" name="Shape 67"/>
          <p:cNvSpPr/>
          <p:nvPr/>
        </p:nvSpPr>
        <p:spPr>
          <a:xfrm>
            <a:off x="4603174" y="5156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70" name="Shape 68"/>
          <p:cNvSpPr/>
          <p:nvPr/>
        </p:nvSpPr>
        <p:spPr>
          <a:xfrm>
            <a:off x="4677258" y="5156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71" name="Shape 69"/>
          <p:cNvSpPr/>
          <p:nvPr/>
        </p:nvSpPr>
        <p:spPr>
          <a:xfrm>
            <a:off x="4751341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72" name="Shape 70"/>
          <p:cNvSpPr/>
          <p:nvPr/>
        </p:nvSpPr>
        <p:spPr>
          <a:xfrm>
            <a:off x="4825424" y="5156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73" name="Shape 71"/>
          <p:cNvSpPr/>
          <p:nvPr/>
        </p:nvSpPr>
        <p:spPr>
          <a:xfrm>
            <a:off x="4899508" y="5156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74" name="Shape 72"/>
          <p:cNvSpPr/>
          <p:nvPr/>
        </p:nvSpPr>
        <p:spPr>
          <a:xfrm>
            <a:off x="4973591" y="5156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75" name="Shape 73"/>
          <p:cNvSpPr/>
          <p:nvPr/>
        </p:nvSpPr>
        <p:spPr>
          <a:xfrm>
            <a:off x="5047674" y="5156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76" name="Shape 74"/>
          <p:cNvSpPr/>
          <p:nvPr/>
        </p:nvSpPr>
        <p:spPr>
          <a:xfrm>
            <a:off x="5121758" y="5156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77" name="Shape 75"/>
          <p:cNvSpPr/>
          <p:nvPr/>
        </p:nvSpPr>
        <p:spPr>
          <a:xfrm>
            <a:off x="5195841" y="5156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78" name="Shape 76"/>
          <p:cNvSpPr/>
          <p:nvPr/>
        </p:nvSpPr>
        <p:spPr>
          <a:xfrm>
            <a:off x="5269924" y="5156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79" name="Shape 77"/>
          <p:cNvSpPr/>
          <p:nvPr/>
        </p:nvSpPr>
        <p:spPr>
          <a:xfrm>
            <a:off x="5344008" y="5156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80" name="Shape 78"/>
          <p:cNvSpPr/>
          <p:nvPr/>
        </p:nvSpPr>
        <p:spPr>
          <a:xfrm>
            <a:off x="5418091" y="5156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81" name="Shape 79"/>
          <p:cNvSpPr/>
          <p:nvPr/>
        </p:nvSpPr>
        <p:spPr>
          <a:xfrm>
            <a:off x="5492174" y="5156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82" name="Shape 80"/>
          <p:cNvSpPr/>
          <p:nvPr/>
        </p:nvSpPr>
        <p:spPr>
          <a:xfrm>
            <a:off x="5566258" y="5156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83" name="Shape 81"/>
          <p:cNvSpPr/>
          <p:nvPr/>
        </p:nvSpPr>
        <p:spPr>
          <a:xfrm>
            <a:off x="5640341" y="5156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84" name="Shape 82"/>
          <p:cNvSpPr/>
          <p:nvPr/>
        </p:nvSpPr>
        <p:spPr>
          <a:xfrm>
            <a:off x="571442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Text 83"/>
          <p:cNvSpPr/>
          <p:nvPr/>
        </p:nvSpPr>
        <p:spPr>
          <a:xfrm>
            <a:off x="4010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899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3375954" y="2670175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375954" y="3205692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375954" y="267017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370908" y="2134658"/>
            <a:ext cx="1984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370908" y="2937933"/>
            <a:ext cx="5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70908" y="213465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357394" y="4276725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57394" y="4812242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7394" y="427672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34294" y="3741208"/>
            <a:ext cx="2564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134294" y="4544483"/>
            <a:ext cx="2231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134294" y="374120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946248" y="2536296"/>
            <a:ext cx="42466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6248" y="4142846"/>
            <a:ext cx="188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946248" y="2536296"/>
            <a:ext cx="0" cy="16065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mix (stacked area) + margin 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1924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79037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6150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3262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0375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7488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4811" y="4364482"/>
            <a:ext cx="54906" cy="8679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353367" y="4355846"/>
            <a:ext cx="54906" cy="8765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3401924" y="4347210"/>
            <a:ext cx="54906" cy="885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0480" y="4338574"/>
            <a:ext cx="54906" cy="8938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499036" y="4329938"/>
            <a:ext cx="54906" cy="902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547593" y="4321302"/>
            <a:ext cx="54906" cy="911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596149" y="4312666"/>
            <a:ext cx="54906" cy="919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644705" y="4304030"/>
            <a:ext cx="54906" cy="9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93262" y="4295394"/>
            <a:ext cx="54906" cy="9370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741818" y="4286758"/>
            <a:ext cx="54906" cy="9456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790374" y="4278122"/>
            <a:ext cx="54906" cy="9542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838931" y="4269486"/>
            <a:ext cx="54906" cy="9629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887487" y="4260850"/>
            <a:ext cx="54906" cy="971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36043" y="4252214"/>
            <a:ext cx="54906" cy="980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84600" y="4243578"/>
            <a:ext cx="54906" cy="9888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33156" y="4234942"/>
            <a:ext cx="54906" cy="997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81712" y="4226306"/>
            <a:ext cx="54906" cy="1006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30269" y="4217670"/>
            <a:ext cx="54906" cy="1014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78825" y="4209034"/>
            <a:ext cx="54906" cy="10233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27381" y="4200398"/>
            <a:ext cx="54906" cy="10320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275938" y="4191762"/>
            <a:ext cx="54906" cy="10406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24494" y="4183126"/>
            <a:ext cx="54906" cy="10492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373050" y="4174490"/>
            <a:ext cx="54906" cy="10579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21607" y="4165854"/>
            <a:ext cx="54906" cy="10665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470163" y="4157218"/>
            <a:ext cx="54906" cy="1075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18719" y="4148582"/>
            <a:ext cx="54906" cy="1083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567276" y="4139946"/>
            <a:ext cx="54906" cy="10924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15832" y="4131310"/>
            <a:ext cx="54906" cy="1101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664388" y="4122674"/>
            <a:ext cx="54906" cy="1109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12945" y="4114038"/>
            <a:ext cx="54906" cy="11183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761501" y="4105402"/>
            <a:ext cx="54906" cy="11269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10057" y="4096766"/>
            <a:ext cx="54906" cy="11356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858614" y="4088130"/>
            <a:ext cx="54906" cy="11442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07170" y="4079494"/>
            <a:ext cx="54906" cy="11529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955726" y="4070858"/>
            <a:ext cx="54906" cy="1161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04283" y="4062222"/>
            <a:ext cx="54906" cy="1170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052839" y="4053586"/>
            <a:ext cx="54906" cy="11788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01395" y="4044950"/>
            <a:ext cx="54906" cy="11874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149952" y="4036314"/>
            <a:ext cx="54906" cy="1196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198508" y="4027678"/>
            <a:ext cx="54906" cy="1204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247064" y="4021201"/>
            <a:ext cx="54906" cy="12111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295621" y="4016883"/>
            <a:ext cx="54906" cy="12155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344177" y="4012565"/>
            <a:ext cx="54906" cy="1219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392733" y="4008247"/>
            <a:ext cx="54906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441290" y="4003929"/>
            <a:ext cx="54906" cy="12284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9846" y="3999611"/>
            <a:ext cx="54906" cy="12327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538402" y="3995293"/>
            <a:ext cx="54906" cy="1237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586959" y="3990975"/>
            <a:ext cx="54906" cy="12414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635515" y="3986657"/>
            <a:ext cx="54906" cy="1245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684071" y="3982339"/>
            <a:ext cx="54906" cy="12500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732628" y="3978021"/>
            <a:ext cx="54906" cy="1254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781184" y="3973703"/>
            <a:ext cx="54906" cy="12586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29740" y="3969385"/>
            <a:ext cx="54906" cy="12630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878297" y="3965067"/>
            <a:ext cx="54906" cy="12673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26853" y="3960749"/>
            <a:ext cx="54906" cy="12716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975409" y="3956431"/>
            <a:ext cx="54906" cy="12759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23966" y="3952113"/>
            <a:ext cx="54906" cy="1280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72522" y="3947795"/>
            <a:ext cx="54906" cy="12846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21078" y="3943477"/>
            <a:ext cx="54906" cy="12889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69635" y="3939159"/>
            <a:ext cx="54906" cy="12932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8191" y="3931602"/>
            <a:ext cx="54906" cy="1300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6747" y="3920808"/>
            <a:ext cx="54906" cy="13115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15304" y="3910012"/>
            <a:ext cx="54906" cy="13223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63860" y="3899218"/>
            <a:ext cx="54906" cy="1333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412416" y="3888423"/>
            <a:ext cx="54906" cy="13439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60973" y="3877627"/>
            <a:ext cx="54906" cy="13547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509529" y="3866832"/>
            <a:ext cx="54906" cy="13655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58085" y="3856038"/>
            <a:ext cx="54906" cy="13763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606642" y="3845243"/>
            <a:ext cx="54906" cy="1387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655198" y="3834447"/>
            <a:ext cx="54906" cy="13979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703754" y="3823652"/>
            <a:ext cx="54906" cy="1408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752311" y="3812858"/>
            <a:ext cx="54906" cy="1419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800867" y="3802062"/>
            <a:ext cx="54906" cy="14303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849423" y="3791268"/>
            <a:ext cx="54906" cy="1441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97980" y="3780473"/>
            <a:ext cx="54906" cy="14519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946536" y="3769678"/>
            <a:ext cx="54906" cy="1462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995092" y="3758882"/>
            <a:ext cx="54906" cy="14735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043649" y="3748087"/>
            <a:ext cx="54906" cy="14843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092205" y="3737293"/>
            <a:ext cx="54906" cy="1495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140761" y="3726497"/>
            <a:ext cx="54906" cy="15059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189318" y="3715702"/>
            <a:ext cx="54906" cy="15166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237874" y="3704908"/>
            <a:ext cx="54906" cy="1527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286430" y="3694113"/>
            <a:ext cx="54906" cy="1538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334987" y="3683317"/>
            <a:ext cx="54906" cy="1549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383543" y="3672523"/>
            <a:ext cx="54906" cy="15598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432099" y="3661728"/>
            <a:ext cx="54906" cy="15706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480656" y="3650932"/>
            <a:ext cx="54906" cy="1581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529212" y="3640138"/>
            <a:ext cx="54906" cy="15922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577768" y="3629343"/>
            <a:ext cx="54906" cy="1603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626325" y="3618548"/>
            <a:ext cx="54906" cy="1613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674881" y="3607752"/>
            <a:ext cx="54906" cy="16246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723437" y="3596957"/>
            <a:ext cx="54906" cy="1635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771994" y="3586162"/>
            <a:ext cx="54906" cy="16462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820550" y="3575368"/>
            <a:ext cx="54906" cy="16570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869106" y="3564573"/>
            <a:ext cx="54906" cy="16678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917663" y="3553778"/>
            <a:ext cx="54906" cy="16786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966219" y="3542982"/>
            <a:ext cx="54906" cy="1689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8014775" y="3532187"/>
            <a:ext cx="54906" cy="17002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063332" y="3521393"/>
            <a:ext cx="54906" cy="17110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111888" y="3510598"/>
            <a:ext cx="54906" cy="1721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304811" y="3717862"/>
            <a:ext cx="54906" cy="6466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353367" y="3711385"/>
            <a:ext cx="54906" cy="6444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401924" y="3704908"/>
            <a:ext cx="54906" cy="6423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450480" y="3698430"/>
            <a:ext cx="54906" cy="64014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499036" y="3691954"/>
            <a:ext cx="54906" cy="6379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547593" y="3685477"/>
            <a:ext cx="54906" cy="6358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596149" y="3678999"/>
            <a:ext cx="54906" cy="6336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44705" y="3672523"/>
            <a:ext cx="54906" cy="6315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93262" y="3666046"/>
            <a:ext cx="54906" cy="6293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741818" y="3659568"/>
            <a:ext cx="54906" cy="6271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790374" y="3653092"/>
            <a:ext cx="54906" cy="6250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838931" y="3646615"/>
            <a:ext cx="54906" cy="622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87487" y="3640138"/>
            <a:ext cx="54906" cy="6207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936043" y="3633660"/>
            <a:ext cx="54906" cy="6185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984600" y="3627184"/>
            <a:ext cx="54906" cy="6163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033156" y="3620706"/>
            <a:ext cx="54906" cy="61423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081712" y="3614230"/>
            <a:ext cx="54906" cy="6120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130269" y="3607753"/>
            <a:ext cx="54906" cy="6099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178825" y="3601276"/>
            <a:ext cx="54906" cy="607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227381" y="3594798"/>
            <a:ext cx="54906" cy="6056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275938" y="3585083"/>
            <a:ext cx="54906" cy="6066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324494" y="3572129"/>
            <a:ext cx="54906" cy="6109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373050" y="3559175"/>
            <a:ext cx="54906" cy="615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421607" y="3546221"/>
            <a:ext cx="54906" cy="619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470163" y="3533267"/>
            <a:ext cx="54906" cy="6239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518719" y="3520313"/>
            <a:ext cx="54906" cy="6282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567276" y="3507359"/>
            <a:ext cx="54906" cy="6325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615832" y="3494405"/>
            <a:ext cx="54906" cy="6369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664388" y="3481451"/>
            <a:ext cx="54906" cy="6412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712945" y="3468497"/>
            <a:ext cx="54906" cy="645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761501" y="3455543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810057" y="3442589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858614" y="3429635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907170" y="3416681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955726" y="3403727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004283" y="3390773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052839" y="3377819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101395" y="3364865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149952" y="3351911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198508" y="333895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247064" y="3331400"/>
            <a:ext cx="54906" cy="6898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295621" y="3329241"/>
            <a:ext cx="54906" cy="687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344177" y="3327082"/>
            <a:ext cx="54906" cy="6854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392733" y="3324923"/>
            <a:ext cx="54906" cy="6833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441290" y="3322765"/>
            <a:ext cx="54906" cy="6811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489846" y="3320605"/>
            <a:ext cx="54906" cy="6790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538402" y="3318446"/>
            <a:ext cx="54906" cy="6768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586959" y="3316287"/>
            <a:ext cx="54906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635515" y="3314128"/>
            <a:ext cx="54906" cy="6725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684071" y="3311970"/>
            <a:ext cx="54906" cy="6703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732628" y="3309810"/>
            <a:ext cx="54906" cy="6682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5781184" y="3307652"/>
            <a:ext cx="54906" cy="66605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5829740" y="3305492"/>
            <a:ext cx="54906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878297" y="3303333"/>
            <a:ext cx="54906" cy="6617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926853" y="3301174"/>
            <a:ext cx="54906" cy="6595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75409" y="3299016"/>
            <a:ext cx="54906" cy="6574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023966" y="3296857"/>
            <a:ext cx="54906" cy="6552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072522" y="3294698"/>
            <a:ext cx="54906" cy="653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121078" y="3292538"/>
            <a:ext cx="54906" cy="6509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169635" y="3290380"/>
            <a:ext cx="54906" cy="6487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218191" y="3281744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266747" y="3266631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315304" y="3251518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363860" y="3236404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412416" y="3221292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60973" y="3206179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509529" y="3191065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558085" y="3175952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606642" y="3160839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655198" y="314572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703754" y="3130614"/>
            <a:ext cx="54906" cy="6930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752311" y="3115500"/>
            <a:ext cx="54906" cy="6973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00867" y="3100388"/>
            <a:ext cx="54906" cy="7016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849423" y="3085274"/>
            <a:ext cx="54906" cy="7059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897980" y="3070162"/>
            <a:ext cx="54906" cy="7103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946536" y="3055049"/>
            <a:ext cx="54906" cy="714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995092" y="3039935"/>
            <a:ext cx="54906" cy="7189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43649" y="3024822"/>
            <a:ext cx="54906" cy="7232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092205" y="3009709"/>
            <a:ext cx="54906" cy="7275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40761" y="2994596"/>
            <a:ext cx="54906" cy="7319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189318" y="2980563"/>
            <a:ext cx="54906" cy="73514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37874" y="2967609"/>
            <a:ext cx="54906" cy="7372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86430" y="2954655"/>
            <a:ext cx="54906" cy="7394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4987" y="2941701"/>
            <a:ext cx="54906" cy="7416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3543" y="2928747"/>
            <a:ext cx="54906" cy="7437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32099" y="2915793"/>
            <a:ext cx="54906" cy="74593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80656" y="2902839"/>
            <a:ext cx="54906" cy="748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29212" y="2889885"/>
            <a:ext cx="54906" cy="7502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77768" y="2876931"/>
            <a:ext cx="54906" cy="75241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626325" y="2863977"/>
            <a:ext cx="54906" cy="7545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74881" y="2851023"/>
            <a:ext cx="54906" cy="7567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723437" y="2838069"/>
            <a:ext cx="54906" cy="7588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71994" y="2825115"/>
            <a:ext cx="54906" cy="7610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820550" y="2812161"/>
            <a:ext cx="54906" cy="7632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869106" y="2799207"/>
            <a:ext cx="54906" cy="7653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917663" y="2786253"/>
            <a:ext cx="54906" cy="7675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966219" y="2773299"/>
            <a:ext cx="54906" cy="7696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8014775" y="2760345"/>
            <a:ext cx="54906" cy="7718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8063332" y="2747391"/>
            <a:ext cx="54906" cy="7740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8111888" y="2734437"/>
            <a:ext cx="54906" cy="7761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3304811" y="3284982"/>
            <a:ext cx="54906" cy="4328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0" name="Shape 208"/>
          <p:cNvSpPr/>
          <p:nvPr/>
        </p:nvSpPr>
        <p:spPr>
          <a:xfrm>
            <a:off x="3353367" y="3276346"/>
            <a:ext cx="54906" cy="4350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1" name="Shape 209"/>
          <p:cNvSpPr/>
          <p:nvPr/>
        </p:nvSpPr>
        <p:spPr>
          <a:xfrm>
            <a:off x="3401924" y="3267710"/>
            <a:ext cx="54906" cy="4371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2" name="Shape 210"/>
          <p:cNvSpPr/>
          <p:nvPr/>
        </p:nvSpPr>
        <p:spPr>
          <a:xfrm>
            <a:off x="3450480" y="3259074"/>
            <a:ext cx="54906" cy="43935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3" name="Shape 211"/>
          <p:cNvSpPr/>
          <p:nvPr/>
        </p:nvSpPr>
        <p:spPr>
          <a:xfrm>
            <a:off x="3499036" y="3250438"/>
            <a:ext cx="54906" cy="44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4" name="Shape 212"/>
          <p:cNvSpPr/>
          <p:nvPr/>
        </p:nvSpPr>
        <p:spPr>
          <a:xfrm>
            <a:off x="3547593" y="3241802"/>
            <a:ext cx="54906" cy="4436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5" name="Shape 213"/>
          <p:cNvSpPr/>
          <p:nvPr/>
        </p:nvSpPr>
        <p:spPr>
          <a:xfrm>
            <a:off x="3596149" y="3233166"/>
            <a:ext cx="54906" cy="4458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644705" y="3224530"/>
            <a:ext cx="54906" cy="4479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7" name="Shape 215"/>
          <p:cNvSpPr/>
          <p:nvPr/>
        </p:nvSpPr>
        <p:spPr>
          <a:xfrm>
            <a:off x="3693262" y="3215894"/>
            <a:ext cx="54906" cy="4501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8" name="Shape 216"/>
          <p:cNvSpPr/>
          <p:nvPr/>
        </p:nvSpPr>
        <p:spPr>
          <a:xfrm>
            <a:off x="3741818" y="3207258"/>
            <a:ext cx="54906" cy="45231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9" name="Shape 217"/>
          <p:cNvSpPr/>
          <p:nvPr/>
        </p:nvSpPr>
        <p:spPr>
          <a:xfrm>
            <a:off x="3790374" y="3198622"/>
            <a:ext cx="54906" cy="4544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0" name="Shape 218"/>
          <p:cNvSpPr/>
          <p:nvPr/>
        </p:nvSpPr>
        <p:spPr>
          <a:xfrm>
            <a:off x="3838931" y="3189986"/>
            <a:ext cx="54906" cy="4566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1" name="Shape 219"/>
          <p:cNvSpPr/>
          <p:nvPr/>
        </p:nvSpPr>
        <p:spPr>
          <a:xfrm>
            <a:off x="3887487" y="3181350"/>
            <a:ext cx="54906" cy="4587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2" name="Shape 220"/>
          <p:cNvSpPr/>
          <p:nvPr/>
        </p:nvSpPr>
        <p:spPr>
          <a:xfrm>
            <a:off x="3936043" y="3172714"/>
            <a:ext cx="54906" cy="46094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3" name="Shape 221"/>
          <p:cNvSpPr/>
          <p:nvPr/>
        </p:nvSpPr>
        <p:spPr>
          <a:xfrm>
            <a:off x="3984600" y="3164078"/>
            <a:ext cx="54906" cy="46310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4" name="Shape 222"/>
          <p:cNvSpPr/>
          <p:nvPr/>
        </p:nvSpPr>
        <p:spPr>
          <a:xfrm>
            <a:off x="4033156" y="3155442"/>
            <a:ext cx="54906" cy="4652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5" name="Shape 223"/>
          <p:cNvSpPr/>
          <p:nvPr/>
        </p:nvSpPr>
        <p:spPr>
          <a:xfrm>
            <a:off x="4081712" y="3146806"/>
            <a:ext cx="54906" cy="4674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6" name="Shape 224"/>
          <p:cNvSpPr/>
          <p:nvPr/>
        </p:nvSpPr>
        <p:spPr>
          <a:xfrm>
            <a:off x="4130269" y="3138170"/>
            <a:ext cx="54906" cy="46958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7" name="Shape 225"/>
          <p:cNvSpPr/>
          <p:nvPr/>
        </p:nvSpPr>
        <p:spPr>
          <a:xfrm>
            <a:off x="4178825" y="3129534"/>
            <a:ext cx="54906" cy="47174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8" name="Shape 226"/>
          <p:cNvSpPr/>
          <p:nvPr/>
        </p:nvSpPr>
        <p:spPr>
          <a:xfrm>
            <a:off x="4227381" y="3120898"/>
            <a:ext cx="54906" cy="47390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9" name="Shape 227"/>
          <p:cNvSpPr/>
          <p:nvPr/>
        </p:nvSpPr>
        <p:spPr>
          <a:xfrm>
            <a:off x="4275938" y="3109023"/>
            <a:ext cx="54906" cy="47606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0" name="Shape 228"/>
          <p:cNvSpPr/>
          <p:nvPr/>
        </p:nvSpPr>
        <p:spPr>
          <a:xfrm>
            <a:off x="4324494" y="3093910"/>
            <a:ext cx="54906" cy="4782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1" name="Shape 229"/>
          <p:cNvSpPr/>
          <p:nvPr/>
        </p:nvSpPr>
        <p:spPr>
          <a:xfrm>
            <a:off x="4373050" y="3078798"/>
            <a:ext cx="54906" cy="4803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2" name="Shape 230"/>
          <p:cNvSpPr/>
          <p:nvPr/>
        </p:nvSpPr>
        <p:spPr>
          <a:xfrm>
            <a:off x="4421607" y="3063684"/>
            <a:ext cx="54906" cy="4825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3" name="Shape 231"/>
          <p:cNvSpPr/>
          <p:nvPr/>
        </p:nvSpPr>
        <p:spPr>
          <a:xfrm>
            <a:off x="4470163" y="3048571"/>
            <a:ext cx="54906" cy="4846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4" name="Shape 232"/>
          <p:cNvSpPr/>
          <p:nvPr/>
        </p:nvSpPr>
        <p:spPr>
          <a:xfrm>
            <a:off x="4518719" y="3033458"/>
            <a:ext cx="54906" cy="4868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5" name="Shape 233"/>
          <p:cNvSpPr/>
          <p:nvPr/>
        </p:nvSpPr>
        <p:spPr>
          <a:xfrm>
            <a:off x="4567276" y="3018345"/>
            <a:ext cx="54906" cy="48901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6" name="Shape 234"/>
          <p:cNvSpPr/>
          <p:nvPr/>
        </p:nvSpPr>
        <p:spPr>
          <a:xfrm>
            <a:off x="4615832" y="3003233"/>
            <a:ext cx="54906" cy="4911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7" name="Shape 235"/>
          <p:cNvSpPr/>
          <p:nvPr/>
        </p:nvSpPr>
        <p:spPr>
          <a:xfrm>
            <a:off x="4664388" y="2988119"/>
            <a:ext cx="54906" cy="4933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8" name="Shape 236"/>
          <p:cNvSpPr/>
          <p:nvPr/>
        </p:nvSpPr>
        <p:spPr>
          <a:xfrm>
            <a:off x="4712945" y="2973007"/>
            <a:ext cx="54906" cy="4954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9" name="Shape 237"/>
          <p:cNvSpPr/>
          <p:nvPr/>
        </p:nvSpPr>
        <p:spPr>
          <a:xfrm>
            <a:off x="4761501" y="2957893"/>
            <a:ext cx="54906" cy="4976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0" name="Shape 238"/>
          <p:cNvSpPr/>
          <p:nvPr/>
        </p:nvSpPr>
        <p:spPr>
          <a:xfrm>
            <a:off x="4810057" y="2942781"/>
            <a:ext cx="54906" cy="49980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1" name="Shape 239"/>
          <p:cNvSpPr/>
          <p:nvPr/>
        </p:nvSpPr>
        <p:spPr>
          <a:xfrm>
            <a:off x="4858614" y="2927668"/>
            <a:ext cx="54906" cy="50196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2" name="Shape 240"/>
          <p:cNvSpPr/>
          <p:nvPr/>
        </p:nvSpPr>
        <p:spPr>
          <a:xfrm>
            <a:off x="4907170" y="2912555"/>
            <a:ext cx="54906" cy="5041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3" name="Shape 241"/>
          <p:cNvSpPr/>
          <p:nvPr/>
        </p:nvSpPr>
        <p:spPr>
          <a:xfrm>
            <a:off x="4955726" y="2897442"/>
            <a:ext cx="54906" cy="5062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4" name="Shape 242"/>
          <p:cNvSpPr/>
          <p:nvPr/>
        </p:nvSpPr>
        <p:spPr>
          <a:xfrm>
            <a:off x="5004283" y="2882329"/>
            <a:ext cx="54906" cy="50844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5" name="Shape 243"/>
          <p:cNvSpPr/>
          <p:nvPr/>
        </p:nvSpPr>
        <p:spPr>
          <a:xfrm>
            <a:off x="5052839" y="2867216"/>
            <a:ext cx="54906" cy="51060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6" name="Shape 244"/>
          <p:cNvSpPr/>
          <p:nvPr/>
        </p:nvSpPr>
        <p:spPr>
          <a:xfrm>
            <a:off x="5101395" y="2852102"/>
            <a:ext cx="54906" cy="51276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7" name="Shape 245"/>
          <p:cNvSpPr/>
          <p:nvPr/>
        </p:nvSpPr>
        <p:spPr>
          <a:xfrm>
            <a:off x="5149952" y="2836990"/>
            <a:ext cx="54906" cy="5149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8" name="Shape 246"/>
          <p:cNvSpPr/>
          <p:nvPr/>
        </p:nvSpPr>
        <p:spPr>
          <a:xfrm>
            <a:off x="5198508" y="2821877"/>
            <a:ext cx="54906" cy="5170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247064" y="2811082"/>
            <a:ext cx="54906" cy="5203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5295621" y="2804605"/>
            <a:ext cx="54906" cy="5246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5344177" y="2798128"/>
            <a:ext cx="54906" cy="5289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5392733" y="2791651"/>
            <a:ext cx="54906" cy="5332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5441290" y="2785174"/>
            <a:ext cx="54906" cy="53759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5489846" y="2778697"/>
            <a:ext cx="54906" cy="5419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5538402" y="2772220"/>
            <a:ext cx="54906" cy="5462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5586959" y="2765743"/>
            <a:ext cx="54906" cy="55054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5635515" y="2759266"/>
            <a:ext cx="54906" cy="55486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5684071" y="2752788"/>
            <a:ext cx="54906" cy="5591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732628" y="2746312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5781184" y="2739835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5829740" y="2733357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5878297" y="2726880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5926853" y="2720404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5975409" y="2713926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6023966" y="2707449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6072522" y="2700972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6121078" y="2694495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6169635" y="2688018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218191" y="2678303"/>
            <a:ext cx="54906" cy="6034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6266747" y="2665349"/>
            <a:ext cx="54906" cy="60128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6315304" y="2652395"/>
            <a:ext cx="54906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6363860" y="2639441"/>
            <a:ext cx="54906" cy="59696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6412416" y="2626487"/>
            <a:ext cx="54906" cy="5948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6460973" y="2613533"/>
            <a:ext cx="54906" cy="59264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6509529" y="2600579"/>
            <a:ext cx="54906" cy="5904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6558085" y="2587625"/>
            <a:ext cx="54906" cy="5883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6606642" y="2574671"/>
            <a:ext cx="54906" cy="5861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6655198" y="2561717"/>
            <a:ext cx="54906" cy="5840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703754" y="2548763"/>
            <a:ext cx="54906" cy="5818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6752311" y="2535809"/>
            <a:ext cx="54906" cy="57969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6800867" y="2522855"/>
            <a:ext cx="54906" cy="5775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2" name="Shape 280"/>
          <p:cNvSpPr/>
          <p:nvPr/>
        </p:nvSpPr>
        <p:spPr>
          <a:xfrm>
            <a:off x="6849423" y="2509901"/>
            <a:ext cx="54906" cy="57537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3" name="Shape 281"/>
          <p:cNvSpPr/>
          <p:nvPr/>
        </p:nvSpPr>
        <p:spPr>
          <a:xfrm>
            <a:off x="6897980" y="2496947"/>
            <a:ext cx="54906" cy="5732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4" name="Shape 282"/>
          <p:cNvSpPr/>
          <p:nvPr/>
        </p:nvSpPr>
        <p:spPr>
          <a:xfrm>
            <a:off x="6946536" y="2483993"/>
            <a:ext cx="54906" cy="5710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5" name="Shape 283"/>
          <p:cNvSpPr/>
          <p:nvPr/>
        </p:nvSpPr>
        <p:spPr>
          <a:xfrm>
            <a:off x="6995092" y="2471039"/>
            <a:ext cx="54906" cy="5688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6" name="Shape 284"/>
          <p:cNvSpPr/>
          <p:nvPr/>
        </p:nvSpPr>
        <p:spPr>
          <a:xfrm>
            <a:off x="7043649" y="2458085"/>
            <a:ext cx="54906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7" name="Shape 285"/>
          <p:cNvSpPr/>
          <p:nvPr/>
        </p:nvSpPr>
        <p:spPr>
          <a:xfrm>
            <a:off x="7092205" y="2445131"/>
            <a:ext cx="54906" cy="5645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8" name="Shape 286"/>
          <p:cNvSpPr/>
          <p:nvPr/>
        </p:nvSpPr>
        <p:spPr>
          <a:xfrm>
            <a:off x="7140761" y="2432177"/>
            <a:ext cx="54906" cy="5624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9" name="Shape 287"/>
          <p:cNvSpPr/>
          <p:nvPr/>
        </p:nvSpPr>
        <p:spPr>
          <a:xfrm>
            <a:off x="7189318" y="2417064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0" name="Shape 288"/>
          <p:cNvSpPr/>
          <p:nvPr/>
        </p:nvSpPr>
        <p:spPr>
          <a:xfrm>
            <a:off x="7237874" y="2399792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1" name="Shape 289"/>
          <p:cNvSpPr/>
          <p:nvPr/>
        </p:nvSpPr>
        <p:spPr>
          <a:xfrm>
            <a:off x="7286430" y="2382520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2" name="Shape 290"/>
          <p:cNvSpPr/>
          <p:nvPr/>
        </p:nvSpPr>
        <p:spPr>
          <a:xfrm>
            <a:off x="7334987" y="2365248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3" name="Shape 291"/>
          <p:cNvSpPr/>
          <p:nvPr/>
        </p:nvSpPr>
        <p:spPr>
          <a:xfrm>
            <a:off x="7383543" y="2347976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4" name="Shape 292"/>
          <p:cNvSpPr/>
          <p:nvPr/>
        </p:nvSpPr>
        <p:spPr>
          <a:xfrm>
            <a:off x="7432099" y="2330704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5" name="Shape 293"/>
          <p:cNvSpPr/>
          <p:nvPr/>
        </p:nvSpPr>
        <p:spPr>
          <a:xfrm>
            <a:off x="7480656" y="2313432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6" name="Shape 294"/>
          <p:cNvSpPr/>
          <p:nvPr/>
        </p:nvSpPr>
        <p:spPr>
          <a:xfrm>
            <a:off x="7529212" y="2296160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7" name="Shape 295"/>
          <p:cNvSpPr/>
          <p:nvPr/>
        </p:nvSpPr>
        <p:spPr>
          <a:xfrm>
            <a:off x="7577768" y="2278888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8" name="Shape 296"/>
          <p:cNvSpPr/>
          <p:nvPr/>
        </p:nvSpPr>
        <p:spPr>
          <a:xfrm>
            <a:off x="7626325" y="2261616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9" name="Shape 297"/>
          <p:cNvSpPr/>
          <p:nvPr/>
        </p:nvSpPr>
        <p:spPr>
          <a:xfrm>
            <a:off x="7674881" y="2244344"/>
            <a:ext cx="54906" cy="60667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0" name="Shape 298"/>
          <p:cNvSpPr/>
          <p:nvPr/>
        </p:nvSpPr>
        <p:spPr>
          <a:xfrm>
            <a:off x="7723437" y="2227072"/>
            <a:ext cx="54906" cy="6109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1" name="Shape 299"/>
          <p:cNvSpPr/>
          <p:nvPr/>
        </p:nvSpPr>
        <p:spPr>
          <a:xfrm>
            <a:off x="7771994" y="2209800"/>
            <a:ext cx="54906" cy="6153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2" name="Shape 300"/>
          <p:cNvSpPr/>
          <p:nvPr/>
        </p:nvSpPr>
        <p:spPr>
          <a:xfrm>
            <a:off x="7820550" y="2192528"/>
            <a:ext cx="54906" cy="6196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3" name="Shape 301"/>
          <p:cNvSpPr/>
          <p:nvPr/>
        </p:nvSpPr>
        <p:spPr>
          <a:xfrm>
            <a:off x="7869106" y="2175256"/>
            <a:ext cx="54906" cy="6239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4" name="Shape 302"/>
          <p:cNvSpPr/>
          <p:nvPr/>
        </p:nvSpPr>
        <p:spPr>
          <a:xfrm>
            <a:off x="7917663" y="2157984"/>
            <a:ext cx="54906" cy="6282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5" name="Shape 303"/>
          <p:cNvSpPr/>
          <p:nvPr/>
        </p:nvSpPr>
        <p:spPr>
          <a:xfrm>
            <a:off x="7966219" y="2140712"/>
            <a:ext cx="54906" cy="6325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6" name="Shape 304"/>
          <p:cNvSpPr/>
          <p:nvPr/>
        </p:nvSpPr>
        <p:spPr>
          <a:xfrm>
            <a:off x="8014775" y="2123440"/>
            <a:ext cx="54906" cy="6369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7" name="Shape 305"/>
          <p:cNvSpPr/>
          <p:nvPr/>
        </p:nvSpPr>
        <p:spPr>
          <a:xfrm>
            <a:off x="8063332" y="2106168"/>
            <a:ext cx="54906" cy="6412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8" name="Shape 306"/>
          <p:cNvSpPr/>
          <p:nvPr/>
        </p:nvSpPr>
        <p:spPr>
          <a:xfrm>
            <a:off x="8111888" y="2088896"/>
            <a:ext cx="54906" cy="6455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9" name="Shape 307"/>
          <p:cNvSpPr/>
          <p:nvPr/>
        </p:nvSpPr>
        <p:spPr>
          <a:xfrm>
            <a:off x="2819248" y="5232400"/>
            <a:ext cx="5826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0" name="Text 308"/>
          <p:cNvSpPr/>
          <p:nvPr/>
        </p:nvSpPr>
        <p:spPr>
          <a:xfrm>
            <a:off x="8696808" y="231838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311" name="Text 309"/>
          <p:cNvSpPr/>
          <p:nvPr/>
        </p:nvSpPr>
        <p:spPr>
          <a:xfrm>
            <a:off x="8696808" y="303085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12" name="Text 310"/>
          <p:cNvSpPr/>
          <p:nvPr/>
        </p:nvSpPr>
        <p:spPr>
          <a:xfrm>
            <a:off x="8696808" y="428307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1000" dirty="0"/>
          </a:p>
        </p:txBody>
      </p:sp>
      <p:sp>
        <p:nvSpPr>
          <p:cNvPr id="313" name="Text 311"/>
          <p:cNvSpPr/>
          <p:nvPr/>
        </p:nvSpPr>
        <p:spPr>
          <a:xfrm>
            <a:off x="8671408" y="5143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4" name="Text 312"/>
          <p:cNvSpPr/>
          <p:nvPr/>
        </p:nvSpPr>
        <p:spPr>
          <a:xfrm>
            <a:off x="8671408" y="3992033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15" name="Text 313"/>
          <p:cNvSpPr/>
          <p:nvPr/>
        </p:nvSpPr>
        <p:spPr>
          <a:xfrm>
            <a:off x="8671408" y="2840567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16" name="Text 314"/>
          <p:cNvSpPr/>
          <p:nvPr/>
        </p:nvSpPr>
        <p:spPr>
          <a:xfrm>
            <a:off x="8671408" y="1689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7" name="Shape 315"/>
          <p:cNvSpPr/>
          <p:nvPr/>
        </p:nvSpPr>
        <p:spPr>
          <a:xfrm>
            <a:off x="3274331" y="266869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8" name="Text 316"/>
          <p:cNvSpPr/>
          <p:nvPr/>
        </p:nvSpPr>
        <p:spPr>
          <a:xfrm>
            <a:off x="2923811" y="24896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19" name="Shape 317"/>
          <p:cNvSpPr/>
          <p:nvPr/>
        </p:nvSpPr>
        <p:spPr>
          <a:xfrm flipV="1">
            <a:off x="3304811" y="246888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4245458" y="243840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1" name="Text 319"/>
          <p:cNvSpPr/>
          <p:nvPr/>
        </p:nvSpPr>
        <p:spPr>
          <a:xfrm>
            <a:off x="3894938" y="22593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322" name="Shape 320"/>
          <p:cNvSpPr/>
          <p:nvPr/>
        </p:nvSpPr>
        <p:spPr>
          <a:xfrm flipV="1">
            <a:off x="4275938" y="2238587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5216584" y="2208107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4" name="Text 322"/>
          <p:cNvSpPr/>
          <p:nvPr/>
        </p:nvSpPr>
        <p:spPr>
          <a:xfrm>
            <a:off x="4866064" y="20290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325" name="Shape 323"/>
          <p:cNvSpPr/>
          <p:nvPr/>
        </p:nvSpPr>
        <p:spPr>
          <a:xfrm>
            <a:off x="5247064" y="2238587"/>
            <a:ext cx="971127" cy="115147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6187711" y="232325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7" name="Text 325"/>
          <p:cNvSpPr/>
          <p:nvPr/>
        </p:nvSpPr>
        <p:spPr>
          <a:xfrm>
            <a:off x="5837191" y="2144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28" name="Shape 326"/>
          <p:cNvSpPr/>
          <p:nvPr/>
        </p:nvSpPr>
        <p:spPr>
          <a:xfrm flipV="1">
            <a:off x="6218191" y="2008293"/>
            <a:ext cx="971127" cy="345440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7158838" y="197781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0" name="Text 328"/>
          <p:cNvSpPr/>
          <p:nvPr/>
        </p:nvSpPr>
        <p:spPr>
          <a:xfrm>
            <a:off x="6808318" y="179874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331" name="Shape 329"/>
          <p:cNvSpPr/>
          <p:nvPr/>
        </p:nvSpPr>
        <p:spPr>
          <a:xfrm flipV="1">
            <a:off x="7189318" y="177800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8129964" y="174752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3" name="Text 331"/>
          <p:cNvSpPr/>
          <p:nvPr/>
        </p:nvSpPr>
        <p:spPr>
          <a:xfrm>
            <a:off x="7779444" y="1568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334" name="Text 332"/>
          <p:cNvSpPr/>
          <p:nvPr/>
        </p:nvSpPr>
        <p:spPr>
          <a:xfrm>
            <a:off x="8696808" y="150495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58848" y="1778000"/>
            <a:ext cx="787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Programme plan — cost and effort beside the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94862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90062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706550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01750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8239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3439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529928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25128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58848" y="22733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2158848" y="23939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94862" y="2453640"/>
            <a:ext cx="191168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3794862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06550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5848" y="28511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6128" y="28511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862" y="27178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0–3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85848" y="33083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Concept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6128" y="33083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794862" y="31750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158848" y="36449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7" name="Text 25"/>
          <p:cNvSpPr/>
          <p:nvPr/>
        </p:nvSpPr>
        <p:spPr>
          <a:xfrm>
            <a:off x="2158848" y="37655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706550" y="3825240"/>
            <a:ext cx="344104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9" name="Shape 27"/>
          <p:cNvSpPr/>
          <p:nvPr/>
        </p:nvSpPr>
        <p:spPr>
          <a:xfrm>
            <a:off x="570655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759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5848" y="42227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606128" y="42227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794862" y="40894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285848" y="46799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06128" y="46799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794862" y="45466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11–14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903068" y="2057400"/>
            <a:ext cx="48285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k€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903068" y="2393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903068" y="28511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903068" y="33083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903068" y="37655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260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03068" y="42227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191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903068" y="4679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62122" y="2057400"/>
            <a:ext cx="2565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FTE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62122" y="2393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462122" y="28511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462122" y="33083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62122" y="37655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462122" y="42227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462122" y="4679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905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Working-day timeline — weekends carry no width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832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7352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788149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3349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7970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170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865827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61027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6035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Jan–8 Jan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32258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8328" y="30099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Jan–15 Jan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8481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8328" y="36322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Jan–20 Jan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44704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78328" y="42545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07791" y="4476750"/>
            <a:ext cx="68392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14041" y="26987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88641" y="33210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5712441" y="32766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1898" y="33210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56498" y="39433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5400000">
            <a:off x="7080298" y="3898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3" name="Shape 31"/>
          <p:cNvSpPr/>
          <p:nvPr/>
        </p:nvSpPr>
        <p:spPr>
          <a:xfrm>
            <a:off x="8207791" y="39433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82391" y="45656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5400000">
            <a:off x="8106191" y="45212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Marginal histograms — distribution beside the relationship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5168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894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4005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7211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632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9527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8638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1844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095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9208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3305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402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1499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5596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2184400"/>
            <a:ext cx="0" cy="30734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30498" y="2072640"/>
            <a:ext cx="692150" cy="7366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1" name="Shape 19"/>
          <p:cNvSpPr/>
          <p:nvPr/>
        </p:nvSpPr>
        <p:spPr>
          <a:xfrm>
            <a:off x="463534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2" name="Shape 20"/>
          <p:cNvSpPr/>
          <p:nvPr/>
        </p:nvSpPr>
        <p:spPr>
          <a:xfrm>
            <a:off x="534019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3" name="Shape 21"/>
          <p:cNvSpPr/>
          <p:nvPr/>
        </p:nvSpPr>
        <p:spPr>
          <a:xfrm>
            <a:off x="6749898" y="2035810"/>
            <a:ext cx="692150" cy="11049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4" name="Shape 22"/>
          <p:cNvSpPr/>
          <p:nvPr/>
        </p:nvSpPr>
        <p:spPr>
          <a:xfrm>
            <a:off x="7454748" y="1925320"/>
            <a:ext cx="692150" cy="22098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5" name="Shape 23"/>
          <p:cNvSpPr/>
          <p:nvPr/>
        </p:nvSpPr>
        <p:spPr>
          <a:xfrm>
            <a:off x="8159598" y="1814830"/>
            <a:ext cx="692150" cy="33147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6" name="Shape 24"/>
          <p:cNvSpPr/>
          <p:nvPr/>
        </p:nvSpPr>
        <p:spPr>
          <a:xfrm>
            <a:off x="8902548" y="487362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8902548" y="4489450"/>
            <a:ext cx="368300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8" name="Shape 26"/>
          <p:cNvSpPr/>
          <p:nvPr/>
        </p:nvSpPr>
        <p:spPr>
          <a:xfrm>
            <a:off x="8902548" y="410527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9" name="Shape 27"/>
          <p:cNvSpPr/>
          <p:nvPr/>
        </p:nvSpPr>
        <p:spPr>
          <a:xfrm>
            <a:off x="8902548" y="3721100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0" name="Shape 28"/>
          <p:cNvSpPr/>
          <p:nvPr/>
        </p:nvSpPr>
        <p:spPr>
          <a:xfrm>
            <a:off x="8902548" y="3336925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1" name="Shape 29"/>
          <p:cNvSpPr/>
          <p:nvPr/>
        </p:nvSpPr>
        <p:spPr>
          <a:xfrm>
            <a:off x="8902548" y="2952750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8902548" y="2568575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3" name="Shape 31"/>
          <p:cNvSpPr/>
          <p:nvPr/>
        </p:nvSpPr>
        <p:spPr>
          <a:xfrm>
            <a:off x="4456278" y="51428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949673" y="472027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43068" y="42976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36463" y="487394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79188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72583" y="502761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865978" y="46050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08703" y="418242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302098" y="475869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795493" y="43360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738218" y="49123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231613" y="44897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725008" y="50660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667733" y="464343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161128" y="422084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54523" y="47971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97248" y="43745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090643" y="49507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84038" y="45281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526763" y="51044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020158" y="46818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513553" y="42592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473923" y="27609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826348" y="395192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064223" y="383667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16648" y="372141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769073" y="36061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121498" y="349091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473923" y="33756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348" y="32604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064223" y="31451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416648" y="302990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769073" y="29146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121498" y="27993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473923" y="3990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826348" y="387508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64223" y="375983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416648" y="364458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769073" y="35293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121498" y="34140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Overlap relief — markers nudged along Y only, by a disclosed cap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513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3624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9370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848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34226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33337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9083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819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25648" y="23939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93848" y="23050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25648" y="18796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93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4384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561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4737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25648" y="1879600"/>
            <a:ext cx="0" cy="30861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24382" y="1874591"/>
            <a:ext cx="621066" cy="62106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24382" y="1703141"/>
            <a:ext cx="62106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083622" y="2056497"/>
            <a:ext cx="439160" cy="43916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83622" y="1794094"/>
            <a:ext cx="43916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8714969" y="2021109"/>
            <a:ext cx="555498" cy="55549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65837" y="4318908"/>
            <a:ext cx="519621" cy="519621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45888" y="1629240"/>
            <a:ext cx="500719" cy="500719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88640" y="4622292"/>
            <a:ext cx="481075" cy="4810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47115" y="3809573"/>
            <a:ext cx="460595" cy="46059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924903" y="2380110"/>
            <a:ext cx="439160" cy="4391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93218" y="4073572"/>
            <a:ext cx="416623" cy="41662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72202" y="1838884"/>
            <a:ext cx="392796" cy="39279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10858" y="436880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Alfa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741928" y="41763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Charlie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 positions approximate: markers spread by up to ±3.0 to reduce overlap</a:t>
            </a:r>
            <a:endParaRPr lang="en-US" sz="85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Shape per group — the split survives greyscale and color blindness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013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3924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060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2971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108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3496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34908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56320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732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25648" y="2108200"/>
            <a:ext cx="0" cy="28575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1955800"/>
            <a:ext cx="88900" cy="889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352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010508" y="1944540"/>
            <a:ext cx="111420" cy="111420"/>
          </a:xfrm>
          <a:prstGeom prst="diamond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416002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17887" y="1944540"/>
            <a:ext cx="111420" cy="111420"/>
          </a:xfrm>
          <a:prstGeom prst="triangle">
            <a:avLst/>
          </a:prstGeom>
          <a:solidFill>
            <a:srgbClr val="EDA100"/>
          </a:solidFill>
          <a:ln/>
        </p:spPr>
      </p:sp>
      <p:sp>
        <p:nvSpPr>
          <p:cNvPr id="24" name="Text 22"/>
          <p:cNvSpPr/>
          <p:nvPr/>
        </p:nvSpPr>
        <p:spPr>
          <a:xfrm>
            <a:off x="496740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916020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80256" y="3927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23080" y="4689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98138" y="41656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848960" y="32510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73902" y="358444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31078" y="291769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16726" y="34415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670140" y="2441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95082" y="2727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912964" y="2060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37906" y="2346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017620" y="44069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Northwind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381856" y="388302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24680" y="4645025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199738" y="41211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960212" y="32162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Umbra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385154" y="35496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142330" y="2882900"/>
            <a:ext cx="5740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Vandelay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380328" y="32607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Hooli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781392" y="24066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Stark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206334" y="26924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Wayne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742276" y="2171700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Tyrell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449158" y="23114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Cyberdyne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Groups: challengers, contenders, leaders.</a:t>
            </a:r>
            <a:endParaRPr lang="en-US" sz="85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524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markers — consensus per quarter, on the columns' own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94624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3943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2581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78446" y="3677073"/>
            <a:ext cx="928793" cy="142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27646" y="429598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78446" y="3064933"/>
            <a:ext cx="928793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7646" y="327575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46248" y="2531533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1636" y="3524038"/>
            <a:ext cx="928793" cy="158136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0836" y="4219469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1636" y="2809875"/>
            <a:ext cx="928793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0836" y="307170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39438" y="248602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64826" y="3575050"/>
            <a:ext cx="92879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14026" y="4244975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64826" y="2707852"/>
            <a:ext cx="928793" cy="86719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14026" y="3046201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23702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58016" y="3268980"/>
            <a:ext cx="928793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07216" y="4091940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58016" y="2503805"/>
            <a:ext cx="928793" cy="76517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07216" y="279114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125818" y="217995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46248" y="5105400"/>
            <a:ext cx="5572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69808" y="2800668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69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02203" y="2922270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61843" y="275336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95393" y="282024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55033" y="26513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8583" y="251417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48223" y="234526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81773" y="2565188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41413" y="239627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69808" y="2402628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Consensus</a:t>
            </a:r>
            <a:endParaRPr lang="en-US" sz="10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Bridge with “of which” detail columns — the walk steps over them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652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4447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3241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2036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Labour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Freight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9626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Energy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8420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7215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1827" y="2353056"/>
            <a:ext cx="586317" cy="27523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2635627" y="36339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8143" y="2353056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3591302" y="1905000"/>
            <a:ext cx="586317" cy="448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515102" y="20337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77618" y="1905000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4470777" y="1905000"/>
            <a:ext cx="586317" cy="38404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4394577" y="200177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57093" y="2289048"/>
            <a:ext cx="293158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5350252" y="1905000"/>
            <a:ext cx="586317" cy="22402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1" name="Text 19"/>
          <p:cNvSpPr/>
          <p:nvPr/>
        </p:nvSpPr>
        <p:spPr>
          <a:xfrm>
            <a:off x="5274052" y="192176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29727" y="2129028"/>
            <a:ext cx="586317" cy="9601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53527" y="19448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109202" y="2225040"/>
            <a:ext cx="586317" cy="6400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5" name="Text 23"/>
          <p:cNvSpPr/>
          <p:nvPr/>
        </p:nvSpPr>
        <p:spPr>
          <a:xfrm>
            <a:off x="7033002" y="2040890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988677" y="2289048"/>
            <a:ext cx="586317" cy="128016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7" name="Text 25"/>
          <p:cNvSpPr/>
          <p:nvPr/>
        </p:nvSpPr>
        <p:spPr>
          <a:xfrm>
            <a:off x="7912477" y="210489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574993" y="2417064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9" name="Shape 27"/>
          <p:cNvSpPr/>
          <p:nvPr/>
        </p:nvSpPr>
        <p:spPr>
          <a:xfrm>
            <a:off x="8868152" y="2417064"/>
            <a:ext cx="586317" cy="2688336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0" name="Text 28"/>
          <p:cNvSpPr/>
          <p:nvPr/>
        </p:nvSpPr>
        <p:spPr>
          <a:xfrm>
            <a:off x="8791952" y="3665982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65248" y="5105400"/>
            <a:ext cx="7035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651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grouped into owner lanes — dependencies follow their rows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7265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4" name="Shape 2"/>
          <p:cNvSpPr/>
          <p:nvPr/>
        </p:nvSpPr>
        <p:spPr>
          <a:xfrm>
            <a:off x="503267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5" name="Shape 3"/>
          <p:cNvSpPr/>
          <p:nvPr/>
        </p:nvSpPr>
        <p:spPr>
          <a:xfrm>
            <a:off x="609270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6" name="Shape 4"/>
          <p:cNvSpPr/>
          <p:nvPr/>
        </p:nvSpPr>
        <p:spPr>
          <a:xfrm>
            <a:off x="715273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7" name="Shape 5"/>
          <p:cNvSpPr/>
          <p:nvPr/>
        </p:nvSpPr>
        <p:spPr>
          <a:xfrm>
            <a:off x="821275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8" name="Shape 6"/>
          <p:cNvSpPr/>
          <p:nvPr/>
        </p:nvSpPr>
        <p:spPr>
          <a:xfrm>
            <a:off x="927278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321548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068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7551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7071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33554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3074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9556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9076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45559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5079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51562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082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57564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7084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9848" y="2146300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4" name="Text 22"/>
          <p:cNvSpPr/>
          <p:nvPr/>
        </p:nvSpPr>
        <p:spPr>
          <a:xfrm>
            <a:off x="2539848" y="2252436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5514" y="2312126"/>
            <a:ext cx="318008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551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5559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6848" y="2680607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15488" y="2561771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Jan–12 Jan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66848" y="3108779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15488" y="2989943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Jan–26 Jan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539848" y="3430814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2539848" y="3536950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335541" y="3596640"/>
            <a:ext cx="3634377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5335541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69918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66848" y="3965121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15488" y="3846286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Text 42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Jan–19 Jan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666848" y="4393293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215488" y="4274457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Text 46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 Feb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666848" y="4821464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Handover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15488" y="4702629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515621" y="4827814"/>
            <a:ext cx="45429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395568" y="3204029"/>
            <a:ext cx="0" cy="856343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370168" y="3204029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rot="5400000">
            <a:off x="6293968" y="3159579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5" name="Shape 53"/>
          <p:cNvSpPr/>
          <p:nvPr/>
        </p:nvSpPr>
        <p:spPr>
          <a:xfrm>
            <a:off x="5335541" y="2775857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10141" y="4060371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rot="5400000">
            <a:off x="5233941" y="4015921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8" name="Shape 56"/>
          <p:cNvSpPr/>
          <p:nvPr/>
        </p:nvSpPr>
        <p:spPr>
          <a:xfrm>
            <a:off x="7455594" y="3204029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430194" y="448854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rot="5400000">
            <a:off x="7353994" y="444409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1" name="Shape 59"/>
          <p:cNvSpPr/>
          <p:nvPr/>
        </p:nvSpPr>
        <p:spPr>
          <a:xfrm>
            <a:off x="8515621" y="4488543"/>
            <a:ext cx="0" cy="428171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490221" y="4916714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5400000">
            <a:off x="8414021" y="4872264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117</Slides>
  <Notes>117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117</vt:i4>
      </vt:variant>
    </vt:vector>
  </HeadingPairs>
  <TitlesOfParts>
    <vt:vector size="1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2026-07-18T19:23:39Z</dcterms:created>
  <dcterms:modified xsi:type="dcterms:W3CDTF">2026-07-18T19:23:39Z</dcterms:modified>
</cp:coreProperties>
</file>