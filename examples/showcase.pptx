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Text 22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6" name="Text 24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" name="Text 26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2026-07-05T08:25:52Z</dcterms:created>
  <dcterms:modified xsi:type="dcterms:W3CDTF">2026-07-05T08:25:52Z</dcterms:modified>
</cp:coreProperties>
</file>