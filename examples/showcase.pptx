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22448" y="514350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680375" y="514350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43608" y="514350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5915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435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6340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5860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5757" y="2242820"/>
              <a:ext cx="72169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5757" y="2242820"/>
              <a:ext cx="72169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37456" y="2893060"/>
              <a:ext cx="108254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37456" y="2893060"/>
              <a:ext cx="108254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39994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59154" y="3543300"/>
              <a:ext cx="216509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59154" y="3543300"/>
              <a:ext cx="216509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63401" y="4193540"/>
              <a:ext cx="108254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63401" y="4193540"/>
              <a:ext cx="108254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265939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45949" y="4843780"/>
              <a:ext cx="72169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45949" y="4843780"/>
              <a:ext cx="72169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8763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0879" y="1828800"/>
              <a:ext cx="369094" cy="369094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0879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88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0879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9094" cy="369094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88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12566" y="1828800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12566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12566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88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88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08348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88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08348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88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10035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0879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88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0879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88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0879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0879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12566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88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12566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88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88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88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88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88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88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88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88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88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88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88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08348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88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88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10035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88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88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88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88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88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07504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171004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34504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298004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361504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25004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488504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52004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15504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679004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42504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06004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869504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33004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996504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60004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23504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187004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50504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14004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377504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41004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04504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568004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07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869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58504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898204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30480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61874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988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8218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7802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8575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56990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891915"/>
              <a:ext cx="1375283" cy="226185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891915"/>
              <a:ext cx="1324483" cy="22618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51308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208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44773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30156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9975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151616"/>
              <a:ext cx="1375283" cy="74029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35031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52176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641372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6554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9553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7968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711472"/>
              <a:ext cx="1375283" cy="44014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76009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93154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79679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63042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3635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19350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9821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814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5697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1412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645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915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0493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763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25193" y="1993900"/>
              <a:ext cx="894651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25193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819845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25193" y="1822450"/>
              <a:ext cx="894651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64230" y="2247900"/>
              <a:ext cx="63904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7386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44712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92037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39363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86689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7034015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81340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928666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25193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20393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7251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6771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81984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51504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6717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6237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71449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40969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6182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85702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60914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30434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05647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75167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13267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3399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25193" y="3210560"/>
              <a:ext cx="958555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13267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64230" y="3787140"/>
              <a:ext cx="76684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819845" y="3600450"/>
              <a:ext cx="70294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819845" y="3600450"/>
              <a:ext cx="421764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44277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13267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53399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6011556" y="4940300"/>
              <a:ext cx="1341977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67171" y="4753610"/>
              <a:ext cx="15975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67171" y="4753610"/>
              <a:ext cx="319518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67171" y="4753610"/>
              <a:ext cx="15975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84753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75460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94445" y="3689350"/>
              <a:ext cx="281015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807145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52278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41771" y="4842510"/>
              <a:ext cx="281015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54471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714496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409696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88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88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5441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115941" y="241419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0750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88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0750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88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88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88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88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31425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88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31425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88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88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88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88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88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88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88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88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88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88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88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06660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88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06660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88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88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88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88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88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88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88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88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913410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88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913410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09191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88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09191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88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88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12566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88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12566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88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88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12566" y="4660503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88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12566" y="481925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06660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770160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33660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897160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960660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24160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087660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51160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14660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278160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41660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05160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468660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32160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595660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659160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22660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786160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49660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13160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976660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40160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03660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167160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06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468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357660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497360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2400" cy="3797300"/>
            <a:chOff x="3047848" y="1524000"/>
            <a:chExt cx="6502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91184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1184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91184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91184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91184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1184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46354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2715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9143848" y="2149856"/>
              <a:ext cx="457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22448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37589" y="514350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888626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5238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955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6350"/>
            <a:chOff x="3047848" y="1524000"/>
            <a:chExt cx="6096000" cy="38163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52384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22386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427586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97588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708240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78243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87804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57806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67368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637370" y="228355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637370" y="244230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3194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01950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01950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1151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08151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9107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6107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70639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40641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50203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20205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29767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999769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9331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9333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9333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6845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38461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38461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4802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91802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42758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9758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87173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41732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5129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2129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3085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00860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10421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80423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89985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59987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9549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9551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9551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49113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19115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2867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98679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98679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0824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78243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78243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8780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5780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152384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22386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22386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3194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01950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1151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08151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591076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61078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61078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70639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4064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50203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20205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29767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5999769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9331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9333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88895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58897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6845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3846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4802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91802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51294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21296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21296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3085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00860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10421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80423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89985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59987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9549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9551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49113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19115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19115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2867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98679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98679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591076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61078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61078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70639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40641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50203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20205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29767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5999769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9331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9333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9333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88895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58897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392166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362168" y="455598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49113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19115" y="462114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19115" y="477989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22386" y="50673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185886" y="50673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249386" y="50673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12886" y="50673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376386" y="50673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39886" y="50673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03386" y="50673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566886" y="50673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30386" y="50673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693886" y="50673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757386" y="50673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20886" y="50673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884386" y="50673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3947886" y="50673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11386" y="50673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074886" y="50673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38386" y="50673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01886" y="50673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265386" y="50673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28886" y="50673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392386" y="50673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455886" y="50673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19386" y="50673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582886" y="50673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22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884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773386" y="50673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13086" y="50419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7450"/>
            <a:chOff x="3047848" y="1524000"/>
            <a:chExt cx="6096000" cy="37274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48104" y="2909461"/>
              <a:ext cx="65623" cy="384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20077" y="2901771"/>
              <a:ext cx="65623" cy="4613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292051" y="2897927"/>
              <a:ext cx="65623" cy="499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64024" y="2886393"/>
              <a:ext cx="65623" cy="61516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0750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0834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919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10035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0879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12566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54854" y="2878703"/>
              <a:ext cx="65623" cy="692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26827" y="2871014"/>
              <a:ext cx="65623" cy="768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98801" y="2863324"/>
              <a:ext cx="65623" cy="8458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70774" y="2847945"/>
              <a:ext cx="65623" cy="9996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31425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71509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11594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0750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0834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10035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0879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2323" y="3302615"/>
              <a:ext cx="65623" cy="4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4296" y="3294926"/>
              <a:ext cx="65623" cy="538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6269" y="3291081"/>
              <a:ext cx="65623" cy="576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8243" y="3279547"/>
              <a:ext cx="65623" cy="6920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12566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913410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31425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71509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47260" y="3634254"/>
              <a:ext cx="65623" cy="1153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19234" y="3615030"/>
              <a:ext cx="65623" cy="134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891207" y="3595807"/>
              <a:ext cx="65623" cy="1537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963180" y="3565049"/>
              <a:ext cx="65623" cy="18454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0666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0750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0834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09191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0879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12566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91341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31425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71509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08348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09191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10035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0879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12566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913410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49792" y="4474389"/>
              <a:ext cx="65623" cy="768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21765" y="4455165"/>
              <a:ext cx="65623" cy="961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093738" y="4443631"/>
              <a:ext cx="65623" cy="10765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65712" y="4428252"/>
              <a:ext cx="65623" cy="123031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09191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10035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0879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12566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913410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06660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53167" y="4894456"/>
              <a:ext cx="65623" cy="576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25140" y="4886767"/>
              <a:ext cx="65623" cy="653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97113" y="4879077"/>
              <a:ext cx="65623" cy="730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69087" y="4867543"/>
              <a:ext cx="65623" cy="84584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12566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06660" y="51117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3366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23220" y="51117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5022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39780" y="51117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66678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4956340" y="51117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08334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4160" cy="5651500"/>
            <a:chOff x="3047848" y="1524000"/>
            <a:chExt cx="6504160" cy="56515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0" y="2667000"/>
                  </a:moveTo>
                  <a:lnTo>
                    <a:pt x="13726" y="2396770"/>
                  </a:lnTo>
                  <a:lnTo>
                    <a:pt x="54761" y="2129322"/>
                  </a:lnTo>
                  <a:lnTo>
                    <a:pt x="122684" y="1867408"/>
                  </a:lnTo>
                  <a:lnTo>
                    <a:pt x="216796" y="1613725"/>
                  </a:lnTo>
                  <a:lnTo>
                    <a:pt x="336127" y="1370882"/>
                  </a:lnTo>
                  <a:lnTo>
                    <a:pt x="479450" y="1141381"/>
                  </a:lnTo>
                  <a:lnTo>
                    <a:pt x="645289" y="927582"/>
                  </a:lnTo>
                  <a:lnTo>
                    <a:pt x="831938" y="731687"/>
                  </a:lnTo>
                  <a:lnTo>
                    <a:pt x="1037474" y="555712"/>
                  </a:lnTo>
                  <a:lnTo>
                    <a:pt x="1259783" y="401469"/>
                  </a:lnTo>
                  <a:lnTo>
                    <a:pt x="1496577" y="270544"/>
                  </a:lnTo>
                  <a:lnTo>
                    <a:pt x="1745418" y="164286"/>
                  </a:lnTo>
                  <a:lnTo>
                    <a:pt x="2003744" y="83789"/>
                  </a:lnTo>
                  <a:lnTo>
                    <a:pt x="2282312" y="1168737"/>
                  </a:lnTo>
                  <a:lnTo>
                    <a:pt x="2132482" y="1215426"/>
                  </a:lnTo>
                  <a:lnTo>
                    <a:pt x="1988155" y="1277056"/>
                  </a:lnTo>
                  <a:lnTo>
                    <a:pt x="1850814" y="1352992"/>
                  </a:lnTo>
                  <a:lnTo>
                    <a:pt x="1721875" y="1442453"/>
                  </a:lnTo>
                  <a:lnTo>
                    <a:pt x="1602664" y="1544519"/>
                  </a:lnTo>
                  <a:lnTo>
                    <a:pt x="1494408" y="1658138"/>
                  </a:lnTo>
                  <a:lnTo>
                    <a:pt x="1398221" y="1782141"/>
                  </a:lnTo>
                  <a:lnTo>
                    <a:pt x="1315094" y="1915252"/>
                  </a:lnTo>
                  <a:lnTo>
                    <a:pt x="1245882" y="2056100"/>
                  </a:lnTo>
                  <a:lnTo>
                    <a:pt x="1191297" y="2203237"/>
                  </a:lnTo>
                  <a:lnTo>
                    <a:pt x="1151901" y="2355147"/>
                  </a:lnTo>
                  <a:lnTo>
                    <a:pt x="1128101" y="2510267"/>
                  </a:lnTo>
                  <a:lnTo>
                    <a:pt x="1120140" y="26670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923277" y="2823281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445944" y="2716356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2003744" y="83789"/>
                  </a:moveTo>
                  <a:lnTo>
                    <a:pt x="2258987" y="31395"/>
                  </a:lnTo>
                  <a:lnTo>
                    <a:pt x="2518124" y="4158"/>
                  </a:lnTo>
                  <a:lnTo>
                    <a:pt x="2778682" y="2339"/>
                  </a:lnTo>
                  <a:lnTo>
                    <a:pt x="3038175" y="25955"/>
                  </a:lnTo>
                  <a:lnTo>
                    <a:pt x="3294124" y="74780"/>
                  </a:lnTo>
                  <a:lnTo>
                    <a:pt x="3544087" y="148348"/>
                  </a:lnTo>
                  <a:lnTo>
                    <a:pt x="3785679" y="245957"/>
                  </a:lnTo>
                  <a:lnTo>
                    <a:pt x="4016592" y="366676"/>
                  </a:lnTo>
                  <a:lnTo>
                    <a:pt x="4234623" y="509352"/>
                  </a:lnTo>
                  <a:lnTo>
                    <a:pt x="3576221" y="1415564"/>
                  </a:lnTo>
                  <a:lnTo>
                    <a:pt x="3449763" y="1332812"/>
                  </a:lnTo>
                  <a:lnTo>
                    <a:pt x="3315834" y="1262795"/>
                  </a:lnTo>
                  <a:lnTo>
                    <a:pt x="3175711" y="1206182"/>
                  </a:lnTo>
                  <a:lnTo>
                    <a:pt x="3030732" y="1163512"/>
                  </a:lnTo>
                  <a:lnTo>
                    <a:pt x="2882281" y="1135194"/>
                  </a:lnTo>
                  <a:lnTo>
                    <a:pt x="2731776" y="1121497"/>
                  </a:lnTo>
                  <a:lnTo>
                    <a:pt x="2580652" y="1122552"/>
                  </a:lnTo>
                  <a:lnTo>
                    <a:pt x="2430352" y="1138349"/>
                  </a:lnTo>
                  <a:lnTo>
                    <a:pt x="2282312" y="116873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597973" y="1807652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614632" y="169369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4234623" y="509352"/>
                  </a:moveTo>
                  <a:lnTo>
                    <a:pt x="4430719" y="666454"/>
                  </a:lnTo>
                  <a:lnTo>
                    <a:pt x="4611159" y="841313"/>
                  </a:lnTo>
                  <a:lnTo>
                    <a:pt x="4774343" y="1032377"/>
                  </a:lnTo>
                  <a:lnTo>
                    <a:pt x="4918823" y="1237950"/>
                  </a:lnTo>
                  <a:lnTo>
                    <a:pt x="5043314" y="1456207"/>
                  </a:lnTo>
                  <a:lnTo>
                    <a:pt x="5146714" y="1685212"/>
                  </a:lnTo>
                  <a:lnTo>
                    <a:pt x="4105234" y="2097563"/>
                  </a:lnTo>
                  <a:lnTo>
                    <a:pt x="4045262" y="1964740"/>
                  </a:lnTo>
                  <a:lnTo>
                    <a:pt x="3973057" y="1838151"/>
                  </a:lnTo>
                  <a:lnTo>
                    <a:pt x="3889259" y="1718919"/>
                  </a:lnTo>
                  <a:lnTo>
                    <a:pt x="3794612" y="1608101"/>
                  </a:lnTo>
                  <a:lnTo>
                    <a:pt x="3689957" y="1506683"/>
                  </a:lnTo>
                  <a:lnTo>
                    <a:pt x="3576221" y="141556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8213226" y="2823281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8283471" y="2716356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428848" y="1841500"/>
              <a:ext cx="5334000" cy="5334000"/>
            </a:xfrm>
            <a:custGeom>
              <a:avLst/>
              <a:gdLst/>
              <a:ahLst/>
              <a:cxnLst/>
              <a:rect l="l" t="t" r="r" b="b"/>
              <a:pathLst>
                <a:path w="5334000" h="5334000">
                  <a:moveTo>
                    <a:pt x="5146714" y="1685212"/>
                  </a:moveTo>
                  <a:lnTo>
                    <a:pt x="5228103" y="1922931"/>
                  </a:lnTo>
                  <a:lnTo>
                    <a:pt x="5286760" y="2167254"/>
                  </a:lnTo>
                  <a:lnTo>
                    <a:pt x="5322164" y="2416013"/>
                  </a:lnTo>
                  <a:lnTo>
                    <a:pt x="5334000" y="2667000"/>
                  </a:lnTo>
                  <a:lnTo>
                    <a:pt x="4213860" y="2667000"/>
                  </a:lnTo>
                  <a:lnTo>
                    <a:pt x="4206995" y="2521428"/>
                  </a:lnTo>
                  <a:lnTo>
                    <a:pt x="4186461" y="2377147"/>
                  </a:lnTo>
                  <a:lnTo>
                    <a:pt x="4152440" y="2235440"/>
                  </a:lnTo>
                  <a:lnTo>
                    <a:pt x="4105234" y="209756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728083" y="3993286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815408" y="3894466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428848" y="4292600"/>
              <a:ext cx="533400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3195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18415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37565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320388" y="18415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44738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340600" cy="2971800"/>
            <a:chOff x="2539848" y="1905000"/>
            <a:chExt cx="7340600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0105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600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17887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96740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53153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4860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1799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75336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6513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3962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340600" cy="3479800"/>
            <a:chOff x="2539848" y="1651000"/>
            <a:chExt cx="7340600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2708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2026-08-02T19:07:53Z</dcterms:created>
  <dcterms:modified xsi:type="dcterms:W3CDTF">2026-08-02T19:07:53Z</dcterms:modified>
</cp:coreProperties>
</file>