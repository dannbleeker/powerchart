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Text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47" name="Shape 45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8" name="Text 46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Text 52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6" name="Shape 54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3" name="Text 61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2026-07-05T09:37:09Z</dcterms:created>
  <dcterms:modified xsi:type="dcterms:W3CDTF">2026-07-05T09:37:09Z</dcterms:modified>
</cp:coreProperties>
</file>