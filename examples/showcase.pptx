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2903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18618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403350" y="0"/>
                  </a:moveTo>
                  <a:lnTo>
                    <a:pt x="1547952" y="7470"/>
                  </a:lnTo>
                  <a:lnTo>
                    <a:pt x="1691015" y="29800"/>
                  </a:lnTo>
                  <a:lnTo>
                    <a:pt x="1831015" y="66752"/>
                  </a:lnTo>
                  <a:lnTo>
                    <a:pt x="1966462" y="117933"/>
                  </a:lnTo>
                  <a:lnTo>
                    <a:pt x="2095915" y="182799"/>
                  </a:lnTo>
                  <a:lnTo>
                    <a:pt x="2217995" y="260658"/>
                  </a:lnTo>
                  <a:lnTo>
                    <a:pt x="2331402" y="350682"/>
                  </a:lnTo>
                  <a:lnTo>
                    <a:pt x="2434930" y="451912"/>
                  </a:lnTo>
                  <a:lnTo>
                    <a:pt x="2527475" y="563271"/>
                  </a:lnTo>
                  <a:lnTo>
                    <a:pt x="2608054" y="683573"/>
                  </a:lnTo>
                  <a:lnTo>
                    <a:pt x="2675808" y="811537"/>
                  </a:lnTo>
                  <a:lnTo>
                    <a:pt x="2730015" y="945802"/>
                  </a:lnTo>
                  <a:lnTo>
                    <a:pt x="2770100" y="1084938"/>
                  </a:lnTo>
                  <a:lnTo>
                    <a:pt x="2795634" y="1227464"/>
                  </a:lnTo>
                  <a:lnTo>
                    <a:pt x="2806347" y="1371862"/>
                  </a:lnTo>
                  <a:lnTo>
                    <a:pt x="2802123" y="1516595"/>
                  </a:lnTo>
                  <a:lnTo>
                    <a:pt x="2783009" y="1660122"/>
                  </a:lnTo>
                  <a:lnTo>
                    <a:pt x="2749207" y="1800916"/>
                  </a:lnTo>
                  <a:lnTo>
                    <a:pt x="2701078" y="1937478"/>
                  </a:lnTo>
                  <a:lnTo>
                    <a:pt x="2639134" y="2068354"/>
                  </a:lnTo>
                  <a:lnTo>
                    <a:pt x="2564034" y="2192150"/>
                  </a:lnTo>
                  <a:lnTo>
                    <a:pt x="2476577" y="2307549"/>
                  </a:lnTo>
                  <a:lnTo>
                    <a:pt x="2377695" y="2413322"/>
                  </a:lnTo>
                  <a:lnTo>
                    <a:pt x="2268441" y="2508343"/>
                  </a:lnTo>
                  <a:lnTo>
                    <a:pt x="2149977" y="2591600"/>
                  </a:lnTo>
                  <a:lnTo>
                    <a:pt x="2023565" y="2662208"/>
                  </a:lnTo>
                  <a:lnTo>
                    <a:pt x="1890550" y="2719415"/>
                  </a:lnTo>
                  <a:lnTo>
                    <a:pt x="1752349" y="2762611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90764" y="32818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26508" y="2173627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752349" y="2762611"/>
                  </a:moveTo>
                  <a:lnTo>
                    <a:pt x="1610066" y="2791392"/>
                  </a:lnTo>
                  <a:lnTo>
                    <a:pt x="1465571" y="2805320"/>
                  </a:lnTo>
                  <a:lnTo>
                    <a:pt x="1320410" y="2804247"/>
                  </a:lnTo>
                  <a:lnTo>
                    <a:pt x="1176137" y="2788184"/>
                  </a:lnTo>
                  <a:lnTo>
                    <a:pt x="1034295" y="2757303"/>
                  </a:lnTo>
                  <a:lnTo>
                    <a:pt x="896402" y="2711935"/>
                  </a:lnTo>
                  <a:lnTo>
                    <a:pt x="763933" y="2652564"/>
                  </a:lnTo>
                  <a:lnTo>
                    <a:pt x="638306" y="2579827"/>
                  </a:lnTo>
                  <a:lnTo>
                    <a:pt x="520865" y="2494502"/>
                  </a:lnTo>
                  <a:lnTo>
                    <a:pt x="412867" y="2397500"/>
                  </a:lnTo>
                  <a:lnTo>
                    <a:pt x="315468" y="2289862"/>
                  </a:lnTo>
                  <a:lnTo>
                    <a:pt x="229708" y="2172737"/>
                  </a:lnTo>
                  <a:lnTo>
                    <a:pt x="156507" y="2047380"/>
                  </a:lnTo>
                  <a:lnTo>
                    <a:pt x="96648" y="1915132"/>
                  </a:lnTo>
                  <a:lnTo>
                    <a:pt x="50770" y="1777407"/>
                  </a:lnTo>
                  <a:lnTo>
                    <a:pt x="19365" y="1635680"/>
                  </a:lnTo>
                  <a:lnTo>
                    <a:pt x="2769" y="1491467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0140" y="4185634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2769" y="1491467"/>
                  </a:moveTo>
                  <a:lnTo>
                    <a:pt x="1122" y="1347254"/>
                  </a:lnTo>
                  <a:lnTo>
                    <a:pt x="14284" y="1203632"/>
                  </a:lnTo>
                  <a:lnTo>
                    <a:pt x="42118" y="1062121"/>
                  </a:lnTo>
                  <a:lnTo>
                    <a:pt x="84328" y="924213"/>
                  </a:lnTo>
                  <a:lnTo>
                    <a:pt x="140470" y="791366"/>
                  </a:lnTo>
                  <a:lnTo>
                    <a:pt x="209950" y="664982"/>
                  </a:lnTo>
                  <a:lnTo>
                    <a:pt x="292034" y="546397"/>
                  </a:lnTo>
                  <a:lnTo>
                    <a:pt x="385856" y="436863"/>
                  </a:lnTo>
                  <a:lnTo>
                    <a:pt x="490424" y="337537"/>
                  </a:lnTo>
                  <a:lnTo>
                    <a:pt x="604635" y="249467"/>
                  </a:lnTo>
                  <a:lnTo>
                    <a:pt x="727281" y="173585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62223" y="2971737"/>
              <a:ext cx="942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727281" y="173585"/>
                  </a:moveTo>
                  <a:lnTo>
                    <a:pt x="854116" y="111943"/>
                  </a:lnTo>
                  <a:lnTo>
                    <a:pt x="986497" y="63341"/>
                  </a:lnTo>
                  <a:lnTo>
                    <a:pt x="1123087" y="28270"/>
                  </a:lnTo>
                  <a:lnTo>
                    <a:pt x="1262507" y="7085"/>
                  </a:lnTo>
                  <a:lnTo>
                    <a:pt x="1403350" y="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6319" y="2046932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22142" y="19332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3306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880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2" name="Shape 20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5" name="Shape 23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30" name="Shape 28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6863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2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4941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0495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208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04588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1168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preencoded.png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2026-08-13T05:56:59Z</dcterms:created>
  <dcterms:modified xsi:type="dcterms:W3CDTF">2026-08-13T05:56:59Z</dcterms:modified>
</cp:coreProperties>
</file>