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9265" y="1803400"/>
            <a:ext cx="2750566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209265" y="1803400"/>
            <a:ext cx="275056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231865" y="1803400"/>
            <a:ext cx="2750566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231865" y="1803400"/>
            <a:ext cx="275056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9265" y="2070100"/>
            <a:ext cx="1239266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34665" y="2618740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34665" y="3498850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20565" y="2070100"/>
            <a:ext cx="1239266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745965" y="2578027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45965" y="3385757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45965" y="3569907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20565" y="4891915"/>
            <a:ext cx="1239266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45965" y="4891915"/>
            <a:ext cx="1188466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231865" y="2070100"/>
            <a:ext cx="1239266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257265" y="2444773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57265" y="3015608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57265" y="3199758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31865" y="4151616"/>
            <a:ext cx="1239266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57265" y="4350315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57265" y="4521765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43165" y="2070100"/>
            <a:ext cx="1239266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68565" y="2365547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68565" y="2795536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68565" y="2979686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43165" y="3711472"/>
            <a:ext cx="1239266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68565" y="3760094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68565" y="3931544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Text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47" name="Shape 45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8" name="Text 46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Text 52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6" name="Shape 54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3" name="Text 61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2026-07-05T10:46:39Z</dcterms:created>
  <dcterms:modified xsi:type="dcterms:W3CDTF">2026-07-05T10:46:39Z</dcterms:modified>
</cp:coreProperties>
</file>