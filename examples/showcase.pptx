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notesMasterIdLst>
    <p:notesMasterId r:id="rId1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125" Type="http://schemas.openxmlformats.org/officeDocument/2006/relationships/viewProps" Target="viewProps.xml"/><Relationship Id="rId126" Type="http://schemas.openxmlformats.org/officeDocument/2006/relationships/theme" Target="theme/theme1.xml"/><Relationship Id="rId1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40386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42519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38252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42519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36118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3825240"/>
            <a:ext cx="30099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3611880"/>
            <a:ext cx="0" cy="64008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382524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361188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31851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31851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3398520"/>
            <a:ext cx="300990" cy="4267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3611880"/>
            <a:ext cx="300990" cy="21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397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scenarios — PY / AC / FC / PL by fill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514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992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28405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39848" y="168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716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289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436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4223" y="3390053"/>
            <a:ext cx="263525" cy="184234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3423" y="421597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0448" y="3343995"/>
            <a:ext cx="263525" cy="1888405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3479648" y="419294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82898" y="3274907"/>
            <a:ext cx="263525" cy="195749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098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1573" y="3274907"/>
            <a:ext cx="263525" cy="1957493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8" name="Text 16"/>
          <p:cNvSpPr/>
          <p:nvPr/>
        </p:nvSpPr>
        <p:spPr>
          <a:xfrm>
            <a:off x="4860773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7798" y="3205819"/>
            <a:ext cx="263525" cy="2026581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5136998" y="4123859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40248" y="3159760"/>
            <a:ext cx="263525" cy="207264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9448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8923" y="3159760"/>
            <a:ext cx="263525" cy="2072640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24" name="Text 22"/>
          <p:cNvSpPr/>
          <p:nvPr/>
        </p:nvSpPr>
        <p:spPr>
          <a:xfrm>
            <a:off x="6518123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5148" y="3021584"/>
            <a:ext cx="263525" cy="2210816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6" name="Text 24"/>
          <p:cNvSpPr/>
          <p:nvPr/>
        </p:nvSpPr>
        <p:spPr>
          <a:xfrm>
            <a:off x="6794348" y="4031742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97598" y="3044613"/>
            <a:ext cx="263525" cy="2187787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46798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6273" y="3044613"/>
            <a:ext cx="263525" cy="218778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75473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78723" y="2883408"/>
            <a:ext cx="263525" cy="2348992"/>
          </a:xfrm>
          <a:prstGeom prst="rect">
            <a:avLst/>
          </a:prstGeom>
          <a:solidFill>
            <a:srgbClr val="91A3C1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27923" y="3962654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4948" y="2929467"/>
            <a:ext cx="263525" cy="230293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4148" y="398568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71648" y="5232400"/>
            <a:ext cx="6629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270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variance tier — actual vs plan (Δ below)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4699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13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1562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64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802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0440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078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30728" y="2215642"/>
            <a:ext cx="492760" cy="2572258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1" name="Text 9"/>
          <p:cNvSpPr/>
          <p:nvPr/>
        </p:nvSpPr>
        <p:spPr>
          <a:xfrm>
            <a:off x="3179928" y="340652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6188" y="2121535"/>
            <a:ext cx="492760" cy="266636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388" y="335946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47108" y="2027428"/>
            <a:ext cx="492760" cy="276047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5" name="Text 13"/>
          <p:cNvSpPr/>
          <p:nvPr/>
        </p:nvSpPr>
        <p:spPr>
          <a:xfrm>
            <a:off x="4696308" y="3312414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52568" y="2090166"/>
            <a:ext cx="492760" cy="2697734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01768" y="334378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63488" y="1776476"/>
            <a:ext cx="492760" cy="3011424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12688" y="318693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8948" y="1807845"/>
            <a:ext cx="492760" cy="298005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8148" y="320262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9868" y="1933321"/>
            <a:ext cx="492760" cy="2854579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3" name="Text 21"/>
          <p:cNvSpPr/>
          <p:nvPr/>
        </p:nvSpPr>
        <p:spPr>
          <a:xfrm>
            <a:off x="7729068" y="326536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85328" y="1651000"/>
            <a:ext cx="492760" cy="313690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34528" y="3124200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71648" y="507365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0743" y="5073650"/>
            <a:ext cx="758190" cy="4572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8" name="Text 26"/>
          <p:cNvSpPr/>
          <p:nvPr/>
        </p:nvSpPr>
        <p:spPr>
          <a:xfrm>
            <a:off x="2971648" y="513207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67123" y="5043170"/>
            <a:ext cx="758190" cy="304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0" name="Text 28"/>
          <p:cNvSpPr/>
          <p:nvPr/>
        </p:nvSpPr>
        <p:spPr>
          <a:xfrm>
            <a:off x="4488028" y="490982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383503" y="5058410"/>
            <a:ext cx="758190" cy="1524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2" name="Text 30"/>
          <p:cNvSpPr/>
          <p:nvPr/>
        </p:nvSpPr>
        <p:spPr>
          <a:xfrm>
            <a:off x="6004408" y="492506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899883" y="5073650"/>
            <a:ext cx="758190" cy="1371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34" name="Text 32"/>
          <p:cNvSpPr/>
          <p:nvPr/>
        </p:nvSpPr>
        <p:spPr>
          <a:xfrm>
            <a:off x="7520788" y="522351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971648" y="478790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7968" y="313372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(PL)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87968" y="33051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(AC)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quadratic (degree 2) trend fit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4973" y="2722880"/>
            <a:ext cx="121682" cy="21379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296654" y="2936678"/>
            <a:ext cx="121682" cy="20197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418336" y="3138653"/>
            <a:ext cx="121682" cy="19015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540018" y="3328803"/>
            <a:ext cx="121682" cy="17832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661700" y="3507130"/>
            <a:ext cx="121682" cy="16650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83382" y="3673634"/>
            <a:ext cx="121682" cy="15468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905064" y="3828313"/>
            <a:ext cx="121682" cy="14285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026746" y="3971169"/>
            <a:ext cx="121682" cy="13103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148428" y="4102202"/>
            <a:ext cx="121682" cy="11920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270109" y="4221410"/>
            <a:ext cx="121682" cy="10738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91791" y="4328795"/>
            <a:ext cx="121682" cy="9556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513473" y="4424356"/>
            <a:ext cx="121682" cy="83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635155" y="4508094"/>
            <a:ext cx="121682" cy="7191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56837" y="4580007"/>
            <a:ext cx="121682" cy="6009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878519" y="4640097"/>
            <a:ext cx="121682" cy="4826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000201" y="4688364"/>
            <a:ext cx="121682" cy="3644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121883" y="4724806"/>
            <a:ext cx="121682" cy="2461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43564" y="4749425"/>
            <a:ext cx="121682" cy="1279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365246" y="4762221"/>
            <a:ext cx="121682" cy="97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486928" y="4752340"/>
            <a:ext cx="121682" cy="1085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608610" y="4729664"/>
            <a:ext cx="121682" cy="2267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730292" y="4695165"/>
            <a:ext cx="121682" cy="345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6851974" y="4648841"/>
            <a:ext cx="121682" cy="4632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6973656" y="4590694"/>
            <a:ext cx="121682" cy="5814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V="1">
            <a:off x="7095338" y="4520724"/>
            <a:ext cx="121682" cy="6997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 flipV="1">
            <a:off x="7217019" y="4438929"/>
            <a:ext cx="121682" cy="8179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 flipV="1">
            <a:off x="7338701" y="4345311"/>
            <a:ext cx="121682" cy="9361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V="1">
            <a:off x="7460383" y="4239870"/>
            <a:ext cx="121682" cy="10544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7582065" y="4122604"/>
            <a:ext cx="121682" cy="11726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7703747" y="3993515"/>
            <a:ext cx="121682" cy="12908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7825429" y="3852602"/>
            <a:ext cx="121682" cy="14091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7947111" y="3699866"/>
            <a:ext cx="121682" cy="152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8068793" y="3535305"/>
            <a:ext cx="121682" cy="16456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8190474" y="3358921"/>
            <a:ext cx="121682" cy="17638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8312156" y="3170714"/>
            <a:ext cx="121682" cy="18820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8433838" y="2970682"/>
            <a:ext cx="121682" cy="20003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 flipV="1">
            <a:off x="8555520" y="2758827"/>
            <a:ext cx="121682" cy="21185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 flipV="1">
            <a:off x="8677202" y="2535149"/>
            <a:ext cx="121682" cy="22367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V="1">
            <a:off x="8798884" y="2299646"/>
            <a:ext cx="121682" cy="23550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 flipV="1">
            <a:off x="8920566" y="2052320"/>
            <a:ext cx="121682" cy="24732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7695286" y="1905000"/>
            <a:ext cx="13469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1.00 · quadratic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36873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32198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27523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22848" y="4686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18173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13498" y="4117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08823" y="33045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04148" y="2004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38473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933798" y="37477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629123" y="43980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6324448" y="4641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019773" y="45605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715098" y="40728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410423" y="32600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884768" y="19596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86512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414528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8651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3425190"/>
            <a:ext cx="1029123" cy="72009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9334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78869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87696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73224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6193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47461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32989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86348" y="190500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6348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54795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71786" y="2465070"/>
            <a:ext cx="1029123" cy="104013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71786" y="318516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5000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58829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44357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29885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38712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24240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33066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8594" y="22059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04122" y="18859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71786" y="29946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157481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57481" y="446532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925928" y="47853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42919" y="382524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642919" y="414528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35608" y="47663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21136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429963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1549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801018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09845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95373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75255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42919" y="395478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82524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8120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51054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4198620"/>
            <a:ext cx="1029123" cy="613410"/>
          </a:xfrm>
          <a:custGeom>
            <a:avLst/>
            <a:gdLst/>
            <a:ahLst/>
            <a:cxnLst/>
            <a:rect l="l" t="t" r="r" b="b"/>
            <a:pathLst>
              <a:path w="1029123" h="613410">
                <a:moveTo>
                  <a:pt x="0" y="0"/>
                </a:moveTo>
                <a:lnTo>
                  <a:pt x="1029123" y="0"/>
                </a:lnTo>
                <a:lnTo>
                  <a:pt x="1029123" y="15496"/>
                </a:lnTo>
                <a:lnTo>
                  <a:pt x="771843" y="320040"/>
                </a:lnTo>
                <a:lnTo>
                  <a:pt x="1029123" y="613410"/>
                </a:lnTo>
                <a:lnTo>
                  <a:pt x="1029123" y="613410"/>
                </a:lnTo>
                <a:lnTo>
                  <a:pt x="0" y="613410"/>
                </a:lnTo>
                <a:lnTo>
                  <a:pt x="0" y="613410"/>
                </a:lnTo>
                <a:lnTo>
                  <a:pt x="257281" y="320040"/>
                </a:lnTo>
                <a:lnTo>
                  <a:pt x="0" y="15496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57933" y="451866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43281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291840"/>
            <a:ext cx="0" cy="4800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4491990"/>
            <a:ext cx="0" cy="18669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2918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46786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771900"/>
            <a:ext cx="1029123" cy="720090"/>
          </a:xfrm>
          <a:custGeom>
            <a:avLst/>
            <a:gdLst/>
            <a:ahLst/>
            <a:cxnLst/>
            <a:rect l="l" t="t" r="r" b="b"/>
            <a:pathLst>
              <a:path w="1029123" h="720090">
                <a:moveTo>
                  <a:pt x="0" y="0"/>
                </a:moveTo>
                <a:lnTo>
                  <a:pt x="1029123" y="0"/>
                </a:lnTo>
                <a:lnTo>
                  <a:pt x="1029123" y="69211"/>
                </a:lnTo>
                <a:lnTo>
                  <a:pt x="771843" y="426720"/>
                </a:lnTo>
                <a:lnTo>
                  <a:pt x="1029123" y="720090"/>
                </a:lnTo>
                <a:lnTo>
                  <a:pt x="1029123" y="720090"/>
                </a:lnTo>
                <a:lnTo>
                  <a:pt x="0" y="720090"/>
                </a:lnTo>
                <a:lnTo>
                  <a:pt x="0" y="720090"/>
                </a:lnTo>
                <a:lnTo>
                  <a:pt x="257281" y="426720"/>
                </a:lnTo>
                <a:lnTo>
                  <a:pt x="0" y="69211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29067" y="419862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40081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1905000"/>
            <a:ext cx="0" cy="66675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7452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40386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2571750"/>
            <a:ext cx="1029123" cy="1173480"/>
          </a:xfrm>
          <a:custGeom>
            <a:avLst/>
            <a:gdLst/>
            <a:ahLst/>
            <a:cxnLst/>
            <a:rect l="l" t="t" r="r" b="b"/>
            <a:pathLst>
              <a:path w="1029123" h="1173480">
                <a:moveTo>
                  <a:pt x="0" y="0"/>
                </a:moveTo>
                <a:lnTo>
                  <a:pt x="1029123" y="0"/>
                </a:lnTo>
                <a:lnTo>
                  <a:pt x="1029123" y="137483"/>
                </a:lnTo>
                <a:lnTo>
                  <a:pt x="771842" y="720090"/>
                </a:lnTo>
                <a:lnTo>
                  <a:pt x="1029123" y="1173480"/>
                </a:lnTo>
                <a:lnTo>
                  <a:pt x="1029123" y="1173480"/>
                </a:lnTo>
                <a:lnTo>
                  <a:pt x="0" y="1173480"/>
                </a:lnTo>
                <a:lnTo>
                  <a:pt x="0" y="1173480"/>
                </a:lnTo>
                <a:lnTo>
                  <a:pt x="257281" y="720090"/>
                </a:lnTo>
                <a:lnTo>
                  <a:pt x="0" y="13748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00200" y="329184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013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203200" cy="2032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543148" y="5118100"/>
            <a:ext cx="203200" cy="203200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3759048" y="5118100"/>
            <a:ext cx="203200" cy="203200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3974948" y="5118100"/>
            <a:ext cx="203200" cy="2032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190848" y="5118100"/>
            <a:ext cx="203200" cy="203200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4406748" y="5118100"/>
            <a:ext cx="203200" cy="203200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4622648" y="5118100"/>
            <a:ext cx="203200" cy="203200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4838548" y="5118100"/>
            <a:ext cx="203200" cy="203200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5054448" y="5118100"/>
            <a:ext cx="203200" cy="203200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5270348" y="5118100"/>
            <a:ext cx="203200" cy="203200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248" y="5118100"/>
            <a:ext cx="203200" cy="203200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5702148" y="5118100"/>
            <a:ext cx="203200" cy="2032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448" y="5118100"/>
            <a:ext cx="381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DF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D8E0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E5EA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96AE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CFD9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DDE4F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CAD5E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E9EEF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EEF1F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E8EDF8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1F4FB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87A4E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ECF0F9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AEC0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361188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75844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97180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4508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97180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33172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4508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450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758440"/>
            <a:ext cx="280670" cy="6400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97180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11836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33172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19050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33172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407290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2842003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40729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2986908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2552195"/>
            <a:ext cx="1029123" cy="289809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269709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00653" y="250659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696642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177387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69664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33763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856891"/>
            <a:ext cx="1029123" cy="320497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301713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71786" y="282663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157481" y="2596482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7481" y="4007565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25964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447792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42919" y="3066843"/>
            <a:ext cx="1029123" cy="94072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537204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42919" y="3346704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121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2026-07-21T15:51:59Z</dcterms:created>
  <dcterms:modified xsi:type="dcterms:W3CDTF">2026-07-21T15:51:59Z</dcterms:modified>
</cp:coreProperties>
</file>