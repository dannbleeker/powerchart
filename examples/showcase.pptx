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22448" y="514350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680375" y="514350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43608" y="514350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30480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61874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988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8218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7802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8575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56990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891915"/>
              <a:ext cx="1375283" cy="226185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891915"/>
              <a:ext cx="1324483" cy="22618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51308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208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44773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30156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9975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151616"/>
              <a:ext cx="1375283" cy="74029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35031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52176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641372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6554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9553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7968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711472"/>
              <a:ext cx="1375283" cy="44014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76009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93154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79679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63042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3635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19350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9821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814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5697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1412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46354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2715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22448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37589" y="514350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888626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5238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955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4941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53153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4860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1799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75336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6513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3962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2026-08-12T21:40:51Z</dcterms:created>
  <dcterms:modified xsi:type="dcterms:W3CDTF">2026-08-12T21:40:51Z</dcterms:modified>
</cp:coreProperties>
</file>