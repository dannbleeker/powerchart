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</p:sldIdLst>
  <p:notesMasterIdLst>
    <p:notesMasterId r:id="rId1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notesMaster" Target="notesMasters/notesMaster1.xml"/><Relationship Id="rId112" Type="http://schemas.openxmlformats.org/officeDocument/2006/relationships/presProps" Target="presProps.xml"/><Relationship Id="rId113" Type="http://schemas.openxmlformats.org/officeDocument/2006/relationships/viewProps" Target="viewProps.xml"/><Relationship Id="rId114" Type="http://schemas.openxmlformats.org/officeDocument/2006/relationships/theme" Target="theme/theme1.xml"/><Relationship Id="rId1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3424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— Revenue by region and product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prstGeom prst="pie">
            <a:avLst>
              <a:gd name="adj1" fmla="val 16200000"/>
              <a:gd name="adj2" fmla="val 2781818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16200000"/>
              <a:gd name="adj2" fmla="val 20127273"/>
            </a:avLst>
          </a:pr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20127273"/>
              <a:gd name="adj2" fmla="val 1145455"/>
            </a:avLst>
          </a:pr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1145455"/>
              <a:gd name="adj2" fmla="val 2781818"/>
            </a:avLst>
          </a:pr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prstGeom prst="pie">
            <a:avLst>
              <a:gd name="adj1" fmla="val 2781818"/>
              <a:gd name="adj2" fmla="val 11290909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2781818"/>
              <a:gd name="adj2" fmla="val 8018182"/>
            </a:avLst>
          </a:pr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8018182"/>
              <a:gd name="adj2" fmla="val 11290909"/>
            </a:avLst>
          </a:pr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prstGeom prst="pie">
            <a:avLst>
              <a:gd name="adj1" fmla="val 11290909"/>
              <a:gd name="adj2" fmla="val 1620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11290909"/>
              <a:gd name="adj2" fmla="val 14236364"/>
            </a:avLst>
          </a:pr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14236364"/>
              <a:gd name="adj2" fmla="val 16200000"/>
            </a:avLst>
          </a:pr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Violin — Response 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798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864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33776" y="4465320"/>
            <a:ext cx="1685544" cy="160020"/>
          </a:xfrm>
          <a:custGeom>
            <a:avLst/>
            <a:gdLst/>
            <a:ahLst/>
            <a:cxnLst/>
            <a:rect l="l" t="t" r="r" b="b"/>
            <a:pathLst>
              <a:path w="1685544" h="160020">
                <a:moveTo>
                  <a:pt x="1416794" y="160020"/>
                </a:moveTo>
                <a:lnTo>
                  <a:pt x="1685544" y="80010"/>
                </a:lnTo>
                <a:lnTo>
                  <a:pt x="1228029" y="0"/>
                </a:lnTo>
                <a:lnTo>
                  <a:pt x="457515" y="0"/>
                </a:lnTo>
                <a:lnTo>
                  <a:pt x="0" y="80010"/>
                </a:lnTo>
                <a:lnTo>
                  <a:pt x="268750" y="16002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81577" y="4559332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40376" y="4065270"/>
            <a:ext cx="1685544" cy="320040"/>
          </a:xfrm>
          <a:custGeom>
            <a:avLst/>
            <a:gdLst/>
            <a:ahLst/>
            <a:cxnLst/>
            <a:rect l="l" t="t" r="r" b="b"/>
            <a:pathLst>
              <a:path w="1685544" h="320040">
                <a:moveTo>
                  <a:pt x="1115793" y="320040"/>
                </a:moveTo>
                <a:lnTo>
                  <a:pt x="1623451" y="240030"/>
                </a:lnTo>
                <a:lnTo>
                  <a:pt x="1685544" y="160020"/>
                </a:lnTo>
                <a:lnTo>
                  <a:pt x="1513716" y="80010"/>
                </a:lnTo>
                <a:lnTo>
                  <a:pt x="1258806" y="0"/>
                </a:lnTo>
                <a:lnTo>
                  <a:pt x="426738" y="0"/>
                </a:lnTo>
                <a:lnTo>
                  <a:pt x="171828" y="80010"/>
                </a:lnTo>
                <a:lnTo>
                  <a:pt x="0" y="160020"/>
                </a:lnTo>
                <a:lnTo>
                  <a:pt x="62093" y="240030"/>
                </a:lnTo>
                <a:lnTo>
                  <a:pt x="569751" y="32004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88177" y="423529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46976" y="2145030"/>
            <a:ext cx="1685544" cy="720090"/>
          </a:xfrm>
          <a:custGeom>
            <a:avLst/>
            <a:gdLst/>
            <a:ahLst/>
            <a:cxnLst/>
            <a:rect l="l" t="t" r="r" b="b"/>
            <a:pathLst>
              <a:path w="1685544" h="720090">
                <a:moveTo>
                  <a:pt x="1013144" y="720090"/>
                </a:moveTo>
                <a:lnTo>
                  <a:pt x="1145283" y="640080"/>
                </a:lnTo>
                <a:lnTo>
                  <a:pt x="1292493" y="560070"/>
                </a:lnTo>
                <a:lnTo>
                  <a:pt x="1467223" y="480060"/>
                </a:lnTo>
                <a:lnTo>
                  <a:pt x="1624798" y="400050"/>
                </a:lnTo>
                <a:lnTo>
                  <a:pt x="1685544" y="320040"/>
                </a:lnTo>
                <a:lnTo>
                  <a:pt x="1670180" y="240030"/>
                </a:lnTo>
                <a:lnTo>
                  <a:pt x="1598784" y="160020"/>
                </a:lnTo>
                <a:lnTo>
                  <a:pt x="1410389" y="80010"/>
                </a:lnTo>
                <a:lnTo>
                  <a:pt x="1149312" y="0"/>
                </a:lnTo>
                <a:lnTo>
                  <a:pt x="536232" y="0"/>
                </a:lnTo>
                <a:lnTo>
                  <a:pt x="275155" y="80010"/>
                </a:lnTo>
                <a:lnTo>
                  <a:pt x="86760" y="160020"/>
                </a:lnTo>
                <a:lnTo>
                  <a:pt x="15364" y="240030"/>
                </a:lnTo>
                <a:lnTo>
                  <a:pt x="0" y="320040"/>
                </a:lnTo>
                <a:lnTo>
                  <a:pt x="60746" y="400050"/>
                </a:lnTo>
                <a:lnTo>
                  <a:pt x="218321" y="480060"/>
                </a:lnTo>
                <a:lnTo>
                  <a:pt x="393051" y="560070"/>
                </a:lnTo>
                <a:lnTo>
                  <a:pt x="540261" y="640080"/>
                </a:lnTo>
                <a:lnTo>
                  <a:pt x="672400" y="720090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94777" y="247507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Candlestick — 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752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772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791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11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31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851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871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890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910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238" y="27051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743" y="27584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7621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25723" y="27584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819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27703" y="2651760"/>
            <a:ext cx="30099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80178" y="2598420"/>
            <a:ext cx="0" cy="16002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683" y="265176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215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31663" y="259842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41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64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86118" y="23850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5623" y="24917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809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7603" y="2545080"/>
            <a:ext cx="300990" cy="10668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007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9583" y="2598420"/>
            <a:ext cx="300990" cy="5334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205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156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1900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361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8992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29606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76269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1002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2160000"/>
              <a:gd name="adj2" fmla="val 79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7920000"/>
              <a:gd name="adj2" fmla="val 1512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5120000"/>
              <a:gd name="adj2" fmla="val 1944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9440000"/>
              <a:gd name="adj2" fmla="val 2160000"/>
            </a:avLst>
          </a:pr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781300" cy="12192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60948" y="1879600"/>
            <a:ext cx="2781300" cy="12192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63117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098800"/>
            <a:ext cx="2781300" cy="20320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0948" y="3098800"/>
            <a:ext cx="2781300" cy="20320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63117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60948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0988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873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998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12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249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431900" y="3954532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4841" y="2430683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42790" y="3308913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0860" y="1790192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981204" y="2668947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87160" y="2000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713674" y="26098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459911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760765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77836" y="4032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73146"/>
            <a:ext cx="39511" cy="7627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0742" y="3105150"/>
            <a:ext cx="39511" cy="752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3903" y="3137154"/>
            <a:ext cx="39511" cy="7414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77064" y="3169158"/>
            <a:ext cx="39511" cy="730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10225" y="3201162"/>
            <a:ext cx="39511" cy="720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43386" y="3233166"/>
            <a:ext cx="39511" cy="7094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076548" y="3265170"/>
            <a:ext cx="39511" cy="6987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09709" y="3297174"/>
            <a:ext cx="39511" cy="688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42870" y="3329178"/>
            <a:ext cx="39511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76031" y="3361182"/>
            <a:ext cx="39511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209192" y="3393186"/>
            <a:ext cx="39511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242353" y="3425190"/>
            <a:ext cx="39511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75514" y="3457194"/>
            <a:ext cx="39511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308675" y="3489198"/>
            <a:ext cx="39511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41836" y="3521202"/>
            <a:ext cx="39511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74998" y="3553206"/>
            <a:ext cx="39511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408159" y="3585210"/>
            <a:ext cx="39511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1320" y="3617214"/>
            <a:ext cx="39511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4481" y="3649218"/>
            <a:ext cx="39511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07642" y="3681222"/>
            <a:ext cx="39511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40803" y="3713226"/>
            <a:ext cx="39511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73964" y="3745230"/>
            <a:ext cx="39511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07125" y="3777234"/>
            <a:ext cx="39511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40286" y="3809238"/>
            <a:ext cx="39511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673448" y="3825240"/>
            <a:ext cx="39511" cy="5213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06609" y="3825240"/>
            <a:ext cx="39511" cy="540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739770" y="3825240"/>
            <a:ext cx="39511" cy="5587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772931" y="3825240"/>
            <a:ext cx="39511" cy="577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06092" y="3825240"/>
            <a:ext cx="39511" cy="596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839253" y="3825240"/>
            <a:ext cx="39511" cy="614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872414" y="3825240"/>
            <a:ext cx="39511" cy="633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4905575" y="3825240"/>
            <a:ext cx="39511" cy="652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4938736" y="3825240"/>
            <a:ext cx="39511" cy="6707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4971898" y="3825240"/>
            <a:ext cx="39511" cy="689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005059" y="3825240"/>
            <a:ext cx="39511" cy="708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038220" y="3825240"/>
            <a:ext cx="39511" cy="726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071381" y="3825240"/>
            <a:ext cx="39511" cy="7454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104542" y="3825240"/>
            <a:ext cx="39511" cy="7640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137703" y="3825240"/>
            <a:ext cx="39511" cy="782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0864" y="3825240"/>
            <a:ext cx="39511" cy="8014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204025" y="3825240"/>
            <a:ext cx="39511" cy="8201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237186" y="3825240"/>
            <a:ext cx="39511" cy="838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270348" y="3825240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303509" y="3825240"/>
            <a:ext cx="39511" cy="8761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336670" y="3825240"/>
            <a:ext cx="39511" cy="8947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369831" y="3825240"/>
            <a:ext cx="39511" cy="9134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402992" y="3825240"/>
            <a:ext cx="39511" cy="932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436153" y="3825240"/>
            <a:ext cx="39511" cy="9507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469314" y="3819906"/>
            <a:ext cx="39511" cy="9454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502475" y="3809238"/>
            <a:ext cx="39511" cy="916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535636" y="3798570"/>
            <a:ext cx="39511" cy="8867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568798" y="3787902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601959" y="3777234"/>
            <a:ext cx="39511" cy="828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635120" y="3766566"/>
            <a:ext cx="39511" cy="7987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668281" y="3755898"/>
            <a:ext cx="39511" cy="7694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701442" y="3745230"/>
            <a:ext cx="39511" cy="740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5734603" y="3734562"/>
            <a:ext cx="39511" cy="710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5767764" y="3723894"/>
            <a:ext cx="39511" cy="681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5800925" y="3713226"/>
            <a:ext cx="39511" cy="652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5834086" y="3702558"/>
            <a:ext cx="39511" cy="62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5867248" y="3691890"/>
            <a:ext cx="39511" cy="5934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5900409" y="3681222"/>
            <a:ext cx="39511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33570" y="3670554"/>
            <a:ext cx="39511" cy="5347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5966731" y="3659886"/>
            <a:ext cx="39511" cy="505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5999892" y="3649218"/>
            <a:ext cx="39511" cy="476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033053" y="3638550"/>
            <a:ext cx="39511" cy="446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66214" y="3627882"/>
            <a:ext cx="39511" cy="4173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099375" y="3617214"/>
            <a:ext cx="39511" cy="388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132536" y="3606546"/>
            <a:ext cx="39511" cy="3587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165698" y="3595878"/>
            <a:ext cx="39511" cy="329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198859" y="3585210"/>
            <a:ext cx="39511" cy="3000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232020" y="3574542"/>
            <a:ext cx="39511" cy="2707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265181" y="3550539"/>
            <a:ext cx="39511" cy="2747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298342" y="3513201"/>
            <a:ext cx="39511" cy="3120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331503" y="3475863"/>
            <a:ext cx="39511" cy="3493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364664" y="3438525"/>
            <a:ext cx="39511" cy="386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397825" y="3401187"/>
            <a:ext cx="39511" cy="4240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430986" y="3363849"/>
            <a:ext cx="39511" cy="4613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464148" y="3326511"/>
            <a:ext cx="39511" cy="4987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497309" y="3289173"/>
            <a:ext cx="39511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530470" y="3251835"/>
            <a:ext cx="39511" cy="5734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63631" y="3214497"/>
            <a:ext cx="39511" cy="610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596792" y="3177159"/>
            <a:ext cx="39511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953" y="3139821"/>
            <a:ext cx="39511" cy="685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663114" y="3102483"/>
            <a:ext cx="39511" cy="7227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696275" y="3065145"/>
            <a:ext cx="39511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729436" y="3027807"/>
            <a:ext cx="39511" cy="797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762598" y="2990469"/>
            <a:ext cx="39511" cy="834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795759" y="2953131"/>
            <a:ext cx="39511" cy="872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828920" y="2915793"/>
            <a:ext cx="39511" cy="909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862081" y="2878455"/>
            <a:ext cx="39511" cy="946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895242" y="2841117"/>
            <a:ext cx="39511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928403" y="2803779"/>
            <a:ext cx="39511" cy="1021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961564" y="2766441"/>
            <a:ext cx="39511" cy="10587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994725" y="2729103"/>
            <a:ext cx="39511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027886" y="2691765"/>
            <a:ext cx="39511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061048" y="2662428"/>
            <a:ext cx="39511" cy="1162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094209" y="2641092"/>
            <a:ext cx="39511" cy="1184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127370" y="2619756"/>
            <a:ext cx="39511" cy="12054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160531" y="2598420"/>
            <a:ext cx="39511" cy="12268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193692" y="2577084"/>
            <a:ext cx="39511" cy="12481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226853" y="2555748"/>
            <a:ext cx="39511" cy="1269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260014" y="2534412"/>
            <a:ext cx="39511" cy="12908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293175" y="2513076"/>
            <a:ext cx="39511" cy="13121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326336" y="2491740"/>
            <a:ext cx="39511" cy="13335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359498" y="2470404"/>
            <a:ext cx="39511" cy="13548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7392659" y="2449068"/>
            <a:ext cx="39511" cy="1376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425820" y="2427732"/>
            <a:ext cx="39511" cy="1397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458981" y="2406396"/>
            <a:ext cx="39511" cy="1418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7492142" y="2385060"/>
            <a:ext cx="39511" cy="14401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525303" y="2363724"/>
            <a:ext cx="39511" cy="14615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1" name="Shape 129"/>
          <p:cNvSpPr/>
          <p:nvPr/>
        </p:nvSpPr>
        <p:spPr>
          <a:xfrm>
            <a:off x="7558464" y="2342388"/>
            <a:ext cx="39511" cy="1482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591625" y="2321052"/>
            <a:ext cx="39511" cy="15041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624786" y="2299716"/>
            <a:ext cx="39511" cy="15255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657948" y="2278380"/>
            <a:ext cx="39511" cy="1546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691109" y="2257044"/>
            <a:ext cx="39511" cy="15681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724270" y="2235708"/>
            <a:ext cx="39511" cy="15895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57431" y="2214372"/>
            <a:ext cx="39511" cy="1610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90592" y="2193036"/>
            <a:ext cx="39511" cy="16322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823753" y="2171700"/>
            <a:ext cx="39511" cy="16535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832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33848" y="3911600"/>
            <a:ext cx="741680" cy="1625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6120000">
            <a:off x="5653888" y="394208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1" name="Shape 19"/>
          <p:cNvSpPr/>
          <p:nvPr/>
        </p:nvSpPr>
        <p:spPr>
          <a:xfrm flipV="1">
            <a:off x="6075528" y="3505200"/>
            <a:ext cx="463550" cy="5689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340000">
            <a:off x="6256503" y="373888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3" name="Shape 21"/>
          <p:cNvSpPr/>
          <p:nvPr/>
        </p:nvSpPr>
        <p:spPr>
          <a:xfrm>
            <a:off x="6539078" y="3505200"/>
            <a:ext cx="1112520" cy="812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5640000">
            <a:off x="7044538" y="34950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5" name="Shape 23"/>
          <p:cNvSpPr/>
          <p:nvPr/>
        </p:nvSpPr>
        <p:spPr>
          <a:xfrm flipV="1">
            <a:off x="7651598" y="2895600"/>
            <a:ext cx="648970" cy="6908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2580000">
            <a:off x="7925283" y="31902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7" name="Shape 25"/>
          <p:cNvSpPr/>
          <p:nvPr/>
        </p:nvSpPr>
        <p:spPr>
          <a:xfrm flipV="1">
            <a:off x="8300568" y="2367280"/>
            <a:ext cx="741680" cy="52832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3300000">
            <a:off x="8620608" y="25806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9" name="Shape 27"/>
          <p:cNvSpPr/>
          <p:nvPr/>
        </p:nvSpPr>
        <p:spPr>
          <a:xfrm>
            <a:off x="5295748" y="3873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7428" y="40360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00978" y="34671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13498" y="35483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62468" y="2857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04148" y="2329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7348" y="3829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39028" y="39916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602578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15098" y="35039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64068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679028" y="22847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2" name="Shape 20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3" name="Shape 21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5" name="Shape 23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6" name="Shape 24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8" name="Shape 26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29" name="Shape 27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0" name="Shape 28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1" name="Shape 29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2" name="Shape 30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4" name="Shape 32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5" name="Shape 33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6" name="Shape 34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7" name="Shape 35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38" name="Shape 36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39" name="Shape 37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0" name="Shape 38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1" name="Shape 39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2" name="Shape 40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3" name="Shape 41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4" name="Text 42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15214" y="3345180"/>
            <a:ext cx="0" cy="28003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5214" y="40852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3451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43053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625215"/>
            <a:ext cx="1029123" cy="460058"/>
          </a:xfrm>
          <a:custGeom>
            <a:avLst/>
            <a:gdLst/>
            <a:ahLst/>
            <a:cxnLst/>
            <a:rect l="l" t="t" r="r" b="b"/>
            <a:pathLst>
              <a:path w="1029123" h="460058">
                <a:moveTo>
                  <a:pt x="0" y="0"/>
                </a:moveTo>
                <a:lnTo>
                  <a:pt x="1029123" y="0"/>
                </a:lnTo>
                <a:lnTo>
                  <a:pt x="1029123" y="11622"/>
                </a:lnTo>
                <a:lnTo>
                  <a:pt x="771843" y="240030"/>
                </a:lnTo>
                <a:lnTo>
                  <a:pt x="1029123" y="460058"/>
                </a:lnTo>
                <a:lnTo>
                  <a:pt x="1029123" y="460058"/>
                </a:lnTo>
                <a:lnTo>
                  <a:pt x="0" y="460058"/>
                </a:lnTo>
                <a:lnTo>
                  <a:pt x="0" y="460058"/>
                </a:lnTo>
                <a:lnTo>
                  <a:pt x="257281" y="240030"/>
                </a:lnTo>
                <a:lnTo>
                  <a:pt x="0" y="11622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7933" y="386524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00653" y="367474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6348" y="2945130"/>
            <a:ext cx="0" cy="36004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86348" y="3845243"/>
            <a:ext cx="0" cy="14001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294513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39852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305175"/>
            <a:ext cx="1029123" cy="540068"/>
          </a:xfrm>
          <a:custGeom>
            <a:avLst/>
            <a:gdLst/>
            <a:ahLst/>
            <a:cxnLst/>
            <a:rect l="l" t="t" r="r" b="b"/>
            <a:pathLst>
              <a:path w="1029123" h="540068">
                <a:moveTo>
                  <a:pt x="0" y="0"/>
                </a:moveTo>
                <a:lnTo>
                  <a:pt x="1029123" y="0"/>
                </a:lnTo>
                <a:lnTo>
                  <a:pt x="1029123" y="51909"/>
                </a:lnTo>
                <a:lnTo>
                  <a:pt x="771843" y="320040"/>
                </a:lnTo>
                <a:lnTo>
                  <a:pt x="1029123" y="540068"/>
                </a:lnTo>
                <a:lnTo>
                  <a:pt x="1029123" y="540068"/>
                </a:lnTo>
                <a:lnTo>
                  <a:pt x="0" y="540068"/>
                </a:lnTo>
                <a:lnTo>
                  <a:pt x="0" y="540068"/>
                </a:lnTo>
                <a:lnTo>
                  <a:pt x="257281" y="320040"/>
                </a:lnTo>
                <a:lnTo>
                  <a:pt x="0" y="51909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29067" y="362521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1786" y="343471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57481" y="1905000"/>
            <a:ext cx="0" cy="500063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7481" y="32851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2405063"/>
            <a:ext cx="1029123" cy="880110"/>
          </a:xfrm>
          <a:custGeom>
            <a:avLst/>
            <a:gdLst/>
            <a:ahLst/>
            <a:cxnLst/>
            <a:rect l="l" t="t" r="r" b="b"/>
            <a:pathLst>
              <a:path w="1029123" h="880110">
                <a:moveTo>
                  <a:pt x="0" y="0"/>
                </a:moveTo>
                <a:lnTo>
                  <a:pt x="1029123" y="0"/>
                </a:lnTo>
                <a:lnTo>
                  <a:pt x="1029123" y="103113"/>
                </a:lnTo>
                <a:lnTo>
                  <a:pt x="771842" y="540067"/>
                </a:lnTo>
                <a:lnTo>
                  <a:pt x="1029123" y="880110"/>
                </a:lnTo>
                <a:lnTo>
                  <a:pt x="1029123" y="880110"/>
                </a:lnTo>
                <a:lnTo>
                  <a:pt x="0" y="880110"/>
                </a:lnTo>
                <a:lnTo>
                  <a:pt x="0" y="880110"/>
                </a:lnTo>
                <a:lnTo>
                  <a:pt x="257281" y="540067"/>
                </a:lnTo>
                <a:lnTo>
                  <a:pt x="0" y="10311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00200" y="294513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2919" y="275463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prstGeom prst="pie">
            <a:avLst>
              <a:gd name="adj1" fmla="val 10800000"/>
              <a:gd name="adj2" fmla="val 153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prstGeom prst="pie">
            <a:avLst>
              <a:gd name="adj1" fmla="val 15336000"/>
              <a:gd name="adj2" fmla="val 1836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prstGeom prst="pie">
            <a:avLst>
              <a:gd name="adj1" fmla="val 18360000"/>
              <a:gd name="adj2" fmla="val 20304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prstGeom prst="pie">
            <a:avLst>
              <a:gd name="adj1" fmla="val 20304000"/>
              <a:gd name="adj2" fmla="val 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147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39035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15963"/>
            <a:ext cx="27988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441575"/>
            <a:ext cx="284098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467187"/>
            <a:ext cx="28830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492798"/>
            <a:ext cx="292515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518410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544022"/>
            <a:ext cx="300933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569633"/>
            <a:ext cx="305142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595245"/>
            <a:ext cx="30935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620857"/>
            <a:ext cx="31356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646468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672080"/>
            <a:ext cx="321977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697692"/>
            <a:ext cx="32618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2723303"/>
            <a:ext cx="33039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2748915"/>
            <a:ext cx="334604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277452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2800138"/>
            <a:ext cx="343022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2825750"/>
            <a:ext cx="347230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2851362"/>
            <a:ext cx="3514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2876973"/>
            <a:ext cx="355648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2902585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2928197"/>
            <a:ext cx="364066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2953808"/>
            <a:ext cx="368275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2979420"/>
            <a:ext cx="36687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005032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030643"/>
            <a:ext cx="352842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056255"/>
            <a:ext cx="345827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08186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107478"/>
            <a:ext cx="33179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133090"/>
            <a:ext cx="324783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15870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184313"/>
            <a:ext cx="310754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209925"/>
            <a:ext cx="30373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235537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3261148"/>
            <a:ext cx="28970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3286760"/>
            <a:ext cx="28269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331237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3337983"/>
            <a:ext cx="26866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3363595"/>
            <a:ext cx="261650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3389207"/>
            <a:ext cx="25463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3414818"/>
            <a:ext cx="2476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3440430"/>
            <a:ext cx="240606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3466042"/>
            <a:ext cx="233591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3491653"/>
            <a:ext cx="22657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3517265"/>
            <a:ext cx="21956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3542877"/>
            <a:ext cx="212547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3568488"/>
            <a:ext cx="20553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3594100"/>
            <a:ext cx="204550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3619712"/>
            <a:ext cx="20960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3645323"/>
            <a:ext cx="214651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3670935"/>
            <a:ext cx="219702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3629508" y="3696547"/>
            <a:ext cx="224753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3629508" y="3722158"/>
            <a:ext cx="22980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3629508" y="3747770"/>
            <a:ext cx="23485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3629508" y="3773382"/>
            <a:ext cx="239905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3629508" y="3798993"/>
            <a:ext cx="244955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3629508" y="3824605"/>
            <a:ext cx="250006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3629508" y="3850217"/>
            <a:ext cx="25505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3629508" y="3875828"/>
            <a:ext cx="26010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3629508" y="3901440"/>
            <a:ext cx="265158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3629508" y="3927052"/>
            <a:ext cx="270208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3629508" y="3952663"/>
            <a:ext cx="27525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3629508" y="3978275"/>
            <a:ext cx="28031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3629508" y="4003887"/>
            <a:ext cx="28536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3629508" y="4029498"/>
            <a:ext cx="290411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3629508" y="4055110"/>
            <a:ext cx="295461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3629508" y="4080722"/>
            <a:ext cx="30051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3629508" y="4106333"/>
            <a:ext cx="30556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3629508" y="4131945"/>
            <a:ext cx="310613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629508" y="4157557"/>
            <a:ext cx="315664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3629508" y="4183168"/>
            <a:ext cx="32071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3629508" y="4208780"/>
            <a:ext cx="32141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3629508" y="423439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3629508" y="4260003"/>
            <a:ext cx="3141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629508" y="4285615"/>
            <a:ext cx="310473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3629508" y="4311227"/>
            <a:ext cx="306825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629508" y="4336838"/>
            <a:ext cx="303178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629508" y="4362450"/>
            <a:ext cx="299530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629508" y="4388062"/>
            <a:ext cx="295882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629508" y="4413673"/>
            <a:ext cx="29223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629508" y="4439285"/>
            <a:ext cx="28858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29508" y="4464897"/>
            <a:ext cx="2849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629508" y="4490508"/>
            <a:ext cx="281292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629508" y="4516120"/>
            <a:ext cx="27764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629508" y="4541732"/>
            <a:ext cx="273996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629508" y="4567343"/>
            <a:ext cx="27034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629508" y="4592955"/>
            <a:ext cx="26670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629508" y="4618567"/>
            <a:ext cx="26305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629508" y="4644178"/>
            <a:ext cx="25940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629508" y="4669790"/>
            <a:ext cx="25575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29508" y="4695402"/>
            <a:ext cx="25211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29508" y="4721013"/>
            <a:ext cx="248463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629508" y="4746625"/>
            <a:ext cx="244815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629508" y="4772237"/>
            <a:ext cx="241167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629508" y="4797848"/>
            <a:ext cx="23752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344222" y="2364740"/>
            <a:ext cx="167652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386310" y="239035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28399" y="2415963"/>
            <a:ext cx="164847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470488" y="2441575"/>
            <a:ext cx="16344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512576" y="2467187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554665" y="2492798"/>
            <a:ext cx="160638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96753" y="2518410"/>
            <a:ext cx="159235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38842" y="2544022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680931" y="2569633"/>
            <a:ext cx="1564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723019" y="2595245"/>
            <a:ext cx="15502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765108" y="26208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807196" y="2646468"/>
            <a:ext cx="15222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849285" y="2672080"/>
            <a:ext cx="150817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6891374" y="2697692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6933462" y="2723303"/>
            <a:ext cx="14801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975551" y="2748915"/>
            <a:ext cx="146608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017639" y="2774527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059728" y="2800138"/>
            <a:ext cx="143802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101817" y="2825750"/>
            <a:ext cx="14239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143905" y="285136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7185994" y="2876973"/>
            <a:ext cx="139593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7228082" y="2902585"/>
            <a:ext cx="1381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7270171" y="2928197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7312260" y="2953808"/>
            <a:ext cx="135385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7298230" y="2979420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7228082" y="300503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157935" y="3030643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7087787" y="3056255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7017639" y="308186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947492" y="3107478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877344" y="3133090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07196" y="315870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737049" y="3184313"/>
            <a:ext cx="170458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66901" y="3209925"/>
            <a:ext cx="174667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596753" y="3235537"/>
            <a:ext cx="178876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526606" y="3261148"/>
            <a:ext cx="183085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456458" y="3286760"/>
            <a:ext cx="18729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386310" y="3312372"/>
            <a:ext cx="19150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316163" y="3337983"/>
            <a:ext cx="19571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246015" y="3363595"/>
            <a:ext cx="199920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175868" y="3389207"/>
            <a:ext cx="20412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105720" y="3414818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035572" y="3440430"/>
            <a:ext cx="212547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65425" y="3466042"/>
            <a:ext cx="21675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5895277" y="3491653"/>
            <a:ext cx="22096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5825129" y="3517265"/>
            <a:ext cx="22517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5754982" y="3542877"/>
            <a:ext cx="229382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5684834" y="3568488"/>
            <a:ext cx="233591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5675013" y="3594100"/>
            <a:ext cx="233872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5725520" y="3619712"/>
            <a:ext cx="230224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776026" y="3645323"/>
            <a:ext cx="226576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826532" y="3670935"/>
            <a:ext cx="2229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877039" y="3696547"/>
            <a:ext cx="21928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927545" y="3722158"/>
            <a:ext cx="215633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978051" y="3747770"/>
            <a:ext cx="21198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028557" y="3773382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079064" y="3798993"/>
            <a:ext cx="2046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129570" y="3824605"/>
            <a:ext cx="201043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180076" y="3850217"/>
            <a:ext cx="197395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230583" y="3875828"/>
            <a:ext cx="19374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281089" y="3901440"/>
            <a:ext cx="190100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331595" y="3927052"/>
            <a:ext cx="186452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382102" y="3952663"/>
            <a:ext cx="182804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32608" y="3978275"/>
            <a:ext cx="179157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483114" y="4003887"/>
            <a:ext cx="175509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533621" y="4029498"/>
            <a:ext cx="171861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584127" y="4055110"/>
            <a:ext cx="168214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634633" y="4080722"/>
            <a:ext cx="164566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685140" y="4106333"/>
            <a:ext cx="16091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735646" y="4131945"/>
            <a:ext cx="157271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786152" y="41575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836658" y="4183168"/>
            <a:ext cx="149975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843673" y="4208780"/>
            <a:ext cx="14927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807196" y="4234392"/>
            <a:ext cx="151518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770720" y="4260003"/>
            <a:ext cx="153763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734243" y="4285615"/>
            <a:ext cx="156008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697766" y="4311227"/>
            <a:ext cx="15825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661289" y="4336838"/>
            <a:ext cx="16049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624813" y="4362450"/>
            <a:ext cx="162742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588336" y="4388062"/>
            <a:ext cx="164987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551859" y="4413673"/>
            <a:ext cx="16723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515382" y="4439285"/>
            <a:ext cx="169476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78905" y="4464897"/>
            <a:ext cx="171721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442429" y="4490508"/>
            <a:ext cx="17396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405952" y="4516120"/>
            <a:ext cx="17621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369475" y="4541732"/>
            <a:ext cx="17845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332998" y="4567343"/>
            <a:ext cx="18070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296521" y="4592955"/>
            <a:ext cx="18294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260045" y="4618567"/>
            <a:ext cx="185189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223568" y="4644178"/>
            <a:ext cx="18743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187091" y="4669790"/>
            <a:ext cx="18967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150614" y="4695402"/>
            <a:ext cx="19192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114138" y="4721013"/>
            <a:ext cx="19416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077661" y="4746625"/>
            <a:ext cx="19641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041184" y="4772237"/>
            <a:ext cx="198658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004707" y="4797848"/>
            <a:ext cx="2009029" cy="31962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(region →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prstGeom prst="pie">
            <a:avLst>
              <a:gd name="adj1" fmla="val 16200000"/>
              <a:gd name="adj2" fmla="val 2781818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16200000"/>
              <a:gd name="adj2" fmla="val 20127273"/>
            </a:avLst>
          </a:pr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20127273"/>
              <a:gd name="adj2" fmla="val 1145455"/>
            </a:avLst>
          </a:pr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1145455"/>
              <a:gd name="adj2" fmla="val 2781818"/>
            </a:avLst>
          </a:pr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prstGeom prst="pie">
            <a:avLst>
              <a:gd name="adj1" fmla="val 2781818"/>
              <a:gd name="adj2" fmla="val 11290909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2781818"/>
              <a:gd name="adj2" fmla="val 8018182"/>
            </a:avLst>
          </a:pr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8018182"/>
              <a:gd name="adj2" fmla="val 11290909"/>
            </a:avLst>
          </a:pr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prstGeom prst="pie">
            <a:avLst>
              <a:gd name="adj1" fmla="val 11290909"/>
              <a:gd name="adj2" fmla="val 1620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11290909"/>
              <a:gd name="adj2" fmla="val 14236364"/>
            </a:avLst>
          </a:pr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14236364"/>
              <a:gd name="adj2" fmla="val 16200000"/>
            </a:avLst>
          </a:pr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Response-time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29338" y="4305300"/>
            <a:ext cx="1571752" cy="240030"/>
          </a:xfrm>
          <a:custGeom>
            <a:avLst/>
            <a:gdLst/>
            <a:ahLst/>
            <a:cxnLst/>
            <a:rect l="l" t="t" r="r" b="b"/>
            <a:pathLst>
              <a:path w="1571752" h="240030">
                <a:moveTo>
                  <a:pt x="1172065" y="240030"/>
                </a:moveTo>
                <a:lnTo>
                  <a:pt x="1537964" y="160020"/>
                </a:lnTo>
                <a:lnTo>
                  <a:pt x="1571752" y="80010"/>
                </a:lnTo>
                <a:lnTo>
                  <a:pt x="1306827" y="0"/>
                </a:lnTo>
                <a:lnTo>
                  <a:pt x="264925" y="0"/>
                </a:lnTo>
                <a:lnTo>
                  <a:pt x="0" y="80010"/>
                </a:lnTo>
                <a:lnTo>
                  <a:pt x="33788" y="160020"/>
                </a:lnTo>
                <a:lnTo>
                  <a:pt x="399687" y="24003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40158" y="4414114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0472" y="3585210"/>
            <a:ext cx="1571752" cy="720090"/>
          </a:xfrm>
          <a:custGeom>
            <a:avLst/>
            <a:gdLst/>
            <a:ahLst/>
            <a:cxnLst/>
            <a:rect l="l" t="t" r="r" b="b"/>
            <a:pathLst>
              <a:path w="1571752" h="720090">
                <a:moveTo>
                  <a:pt x="1000238" y="720090"/>
                </a:moveTo>
                <a:lnTo>
                  <a:pt x="1220631" y="640080"/>
                </a:lnTo>
                <a:lnTo>
                  <a:pt x="1423699" y="560070"/>
                </a:lnTo>
                <a:lnTo>
                  <a:pt x="1535784" y="480060"/>
                </a:lnTo>
                <a:lnTo>
                  <a:pt x="1571752" y="400050"/>
                </a:lnTo>
                <a:lnTo>
                  <a:pt x="1569929" y="320040"/>
                </a:lnTo>
                <a:lnTo>
                  <a:pt x="1527245" y="240030"/>
                </a:lnTo>
                <a:lnTo>
                  <a:pt x="1403554" y="160020"/>
                </a:lnTo>
                <a:lnTo>
                  <a:pt x="1192865" y="80010"/>
                </a:lnTo>
                <a:lnTo>
                  <a:pt x="977818" y="0"/>
                </a:lnTo>
                <a:lnTo>
                  <a:pt x="593934" y="0"/>
                </a:lnTo>
                <a:lnTo>
                  <a:pt x="378887" y="80010"/>
                </a:lnTo>
                <a:lnTo>
                  <a:pt x="168198" y="160020"/>
                </a:lnTo>
                <a:lnTo>
                  <a:pt x="44507" y="240030"/>
                </a:lnTo>
                <a:lnTo>
                  <a:pt x="1823" y="320040"/>
                </a:lnTo>
                <a:lnTo>
                  <a:pt x="0" y="400050"/>
                </a:lnTo>
                <a:lnTo>
                  <a:pt x="35968" y="480060"/>
                </a:lnTo>
                <a:lnTo>
                  <a:pt x="148053" y="560070"/>
                </a:lnTo>
                <a:lnTo>
                  <a:pt x="351121" y="640080"/>
                </a:lnTo>
                <a:lnTo>
                  <a:pt x="571514" y="72009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11291" y="3950056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1605" y="1905000"/>
            <a:ext cx="1571752" cy="1520190"/>
          </a:xfrm>
          <a:custGeom>
            <a:avLst/>
            <a:gdLst/>
            <a:ahLst/>
            <a:cxnLst/>
            <a:rect l="l" t="t" r="r" b="b"/>
            <a:pathLst>
              <a:path w="1571752" h="1520190">
                <a:moveTo>
                  <a:pt x="994292" y="1520190"/>
                </a:moveTo>
                <a:lnTo>
                  <a:pt x="1078173" y="1440180"/>
                </a:lnTo>
                <a:lnTo>
                  <a:pt x="1170831" y="1360170"/>
                </a:lnTo>
                <a:lnTo>
                  <a:pt x="1264483" y="1280160"/>
                </a:lnTo>
                <a:lnTo>
                  <a:pt x="1351089" y="1200150"/>
                </a:lnTo>
                <a:lnTo>
                  <a:pt x="1424369" y="1120140"/>
                </a:lnTo>
                <a:lnTo>
                  <a:pt x="1481093" y="1040130"/>
                </a:lnTo>
                <a:lnTo>
                  <a:pt x="1521245" y="960120"/>
                </a:lnTo>
                <a:lnTo>
                  <a:pt x="1547172" y="880110"/>
                </a:lnTo>
                <a:lnTo>
                  <a:pt x="1562272" y="800100"/>
                </a:lnTo>
                <a:lnTo>
                  <a:pt x="1569747" y="720090"/>
                </a:lnTo>
                <a:lnTo>
                  <a:pt x="1571752" y="640080"/>
                </a:lnTo>
                <a:lnTo>
                  <a:pt x="1568959" y="560070"/>
                </a:lnTo>
                <a:lnTo>
                  <a:pt x="1560443" y="480060"/>
                </a:lnTo>
                <a:lnTo>
                  <a:pt x="1543843" y="400050"/>
                </a:lnTo>
                <a:lnTo>
                  <a:pt x="1515857" y="320040"/>
                </a:lnTo>
                <a:lnTo>
                  <a:pt x="1473165" y="240030"/>
                </a:lnTo>
                <a:lnTo>
                  <a:pt x="1413713" y="160020"/>
                </a:lnTo>
                <a:lnTo>
                  <a:pt x="1337997" y="80010"/>
                </a:lnTo>
                <a:lnTo>
                  <a:pt x="1249775" y="0"/>
                </a:lnTo>
                <a:lnTo>
                  <a:pt x="321977" y="0"/>
                </a:lnTo>
                <a:lnTo>
                  <a:pt x="233755" y="80010"/>
                </a:lnTo>
                <a:lnTo>
                  <a:pt x="158039" y="160020"/>
                </a:lnTo>
                <a:lnTo>
                  <a:pt x="98587" y="240030"/>
                </a:lnTo>
                <a:lnTo>
                  <a:pt x="55895" y="320040"/>
                </a:lnTo>
                <a:lnTo>
                  <a:pt x="27909" y="400050"/>
                </a:lnTo>
                <a:lnTo>
                  <a:pt x="11309" y="480060"/>
                </a:lnTo>
                <a:lnTo>
                  <a:pt x="2793" y="560070"/>
                </a:lnTo>
                <a:lnTo>
                  <a:pt x="0" y="640080"/>
                </a:lnTo>
                <a:lnTo>
                  <a:pt x="2005" y="720090"/>
                </a:lnTo>
                <a:lnTo>
                  <a:pt x="9480" y="800100"/>
                </a:lnTo>
                <a:lnTo>
                  <a:pt x="24580" y="880110"/>
                </a:lnTo>
                <a:lnTo>
                  <a:pt x="50507" y="960120"/>
                </a:lnTo>
                <a:lnTo>
                  <a:pt x="90659" y="1040130"/>
                </a:lnTo>
                <a:lnTo>
                  <a:pt x="147383" y="1120140"/>
                </a:lnTo>
                <a:lnTo>
                  <a:pt x="220663" y="1200150"/>
                </a:lnTo>
                <a:lnTo>
                  <a:pt x="307269" y="1280160"/>
                </a:lnTo>
                <a:lnTo>
                  <a:pt x="400921" y="1360170"/>
                </a:lnTo>
                <a:lnTo>
                  <a:pt x="493579" y="1440180"/>
                </a:lnTo>
                <a:lnTo>
                  <a:pt x="577460" y="1520190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82424" y="2551481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409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023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36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250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863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476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90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03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317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60318" y="28117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9983" y="286512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1658" y="265176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1323" y="270510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998" y="259842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2663" y="270510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4338" y="254508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4003" y="259842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6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53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701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6683" y="2651760"/>
            <a:ext cx="280670" cy="16002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835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88023" y="270510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9698" y="249174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9363" y="254508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510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03" y="254508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123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20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plan — critical path highlighted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122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642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95983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5503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843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63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04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3224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1822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27241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1228" y="25484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2660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1228" y="30903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8–14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38078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Copywriting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21228" y="3632200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39848" y="43497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1228" y="41740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14–18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39848" y="48916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21228" y="47159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18–20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4391" y="2277533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8991" y="28194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4278351" y="27660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39" name="Shape 37"/>
          <p:cNvSpPr/>
          <p:nvPr/>
        </p:nvSpPr>
        <p:spPr>
          <a:xfrm>
            <a:off x="5882996" y="28194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7596" y="33612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5816956" y="33079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2" name="Shape 40"/>
          <p:cNvSpPr/>
          <p:nvPr/>
        </p:nvSpPr>
        <p:spPr>
          <a:xfrm>
            <a:off x="4344391" y="2277533"/>
            <a:ext cx="0" cy="1625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18991" y="390313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5400000">
            <a:off x="4287241" y="385868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45" name="Shape 43"/>
          <p:cNvSpPr/>
          <p:nvPr/>
        </p:nvSpPr>
        <p:spPr>
          <a:xfrm>
            <a:off x="7729322" y="3361267"/>
            <a:ext cx="0" cy="1083733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03922" y="44450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5400000">
            <a:off x="7663282" y="43916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8960206" y="44450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34806" y="49868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5400000">
            <a:off x="8894166" y="49335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Assay reproducibility (mean ± SD)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2925870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3070774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292587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11907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2974172"/>
            <a:ext cx="1029123" cy="96603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02247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0653" y="283197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86348" y="3022321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348" y="3182569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4795" y="3022321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3235985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71786" y="3075737"/>
            <a:ext cx="1029123" cy="106832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12915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1786" y="293865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57481" y="2988934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7481" y="3459295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5928" y="2988934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361608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2919" y="3145721"/>
            <a:ext cx="1029123" cy="313574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3302508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2919" y="3112008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778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sparklines — last 12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2923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 flipV="1">
            <a:off x="3629508" y="2577592"/>
            <a:ext cx="474980" cy="3454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4488" y="2577592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4579468" y="2525776"/>
            <a:ext cx="474980" cy="69088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54448" y="252577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5529428" y="2439416"/>
            <a:ext cx="474980" cy="10363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04408" y="243941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479388" y="233578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54368" y="2335784"/>
            <a:ext cx="474980" cy="51816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429348" y="2266696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4328" y="226669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8379308" y="216306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05378" y="25880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830158" y="21389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7618" y="2136394"/>
            <a:ext cx="53340" cy="533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8905088" y="20678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30797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3629508" y="337912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104488" y="3338299"/>
            <a:ext cx="474980" cy="40825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9468" y="3338299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5054448" y="3277062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9428" y="3277062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6004408" y="3195412"/>
            <a:ext cx="474980" cy="10206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6479388" y="3134175"/>
            <a:ext cx="474980" cy="61237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4368" y="3134175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429348" y="3032113"/>
            <a:ext cx="474980" cy="122474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904328" y="2950464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9308" y="295046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05378" y="33754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5178" y="29263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33" name="Shape 31"/>
          <p:cNvSpPr/>
          <p:nvPr/>
        </p:nvSpPr>
        <p:spPr>
          <a:xfrm>
            <a:off x="8827618" y="2944206"/>
            <a:ext cx="53340" cy="5334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4" name="Text 32"/>
          <p:cNvSpPr/>
          <p:nvPr/>
        </p:nvSpPr>
        <p:spPr>
          <a:xfrm>
            <a:off x="8905088" y="2875626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47848" y="38671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29508" y="3737864"/>
            <a:ext cx="468745" cy="56134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098253" y="3775287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66999" y="3775287"/>
            <a:ext cx="468745" cy="93557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035744" y="383142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04489" y="3831421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73235" y="3943689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441980" y="3962400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10726" y="3962400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79471" y="4074668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48217" y="411209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16962" y="4149513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61578" y="41628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3605378" y="37137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49" name="Shape 47"/>
          <p:cNvSpPr/>
          <p:nvPr/>
        </p:nvSpPr>
        <p:spPr>
          <a:xfrm>
            <a:off x="8759038" y="4160266"/>
            <a:ext cx="53340" cy="53340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50" name="Text 48"/>
          <p:cNvSpPr/>
          <p:nvPr/>
        </p:nvSpPr>
        <p:spPr>
          <a:xfrm>
            <a:off x="8836508" y="4091686"/>
            <a:ext cx="307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2.7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47848" y="4654550"/>
            <a:ext cx="231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 flipV="1">
            <a:off x="3355188" y="4938410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55106" y="4938410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355024" y="4884522"/>
            <a:ext cx="499918" cy="71852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854942" y="4830633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354860" y="4794707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54779" y="479470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354697" y="4722856"/>
            <a:ext cx="499918" cy="89814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854615" y="4668967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54533" y="466896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4451" y="4579153"/>
            <a:ext cx="499918" cy="107777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8354369" y="4525264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31058" y="49502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4" name="Shape 62"/>
          <p:cNvSpPr/>
          <p:nvPr/>
        </p:nvSpPr>
        <p:spPr>
          <a:xfrm>
            <a:off x="8830158" y="45011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65" name="Shape 63"/>
          <p:cNvSpPr/>
          <p:nvPr/>
        </p:nvSpPr>
        <p:spPr>
          <a:xfrm>
            <a:off x="8827618" y="4498594"/>
            <a:ext cx="53340" cy="53340"/>
          </a:xfrm>
          <a:prstGeom prst="ellipse">
            <a:avLst/>
          </a:prstGeom>
          <a:solidFill>
            <a:srgbClr val="008300"/>
          </a:solidFill>
          <a:ln/>
        </p:spPr>
      </p:sp>
      <p:sp>
        <p:nvSpPr>
          <p:cNvPr id="66" name="Text 64"/>
          <p:cNvSpPr/>
          <p:nvPr/>
        </p:nvSpPr>
        <p:spPr>
          <a:xfrm>
            <a:off x="8905088" y="44300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8848" y="1397000"/>
            <a:ext cx="533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sales (radial bars)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21758" y="2594610"/>
            <a:ext cx="1948180" cy="194818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251841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444848" y="1917700"/>
            <a:ext cx="3302000" cy="330200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18415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57140" y="2729992"/>
            <a:ext cx="1677416" cy="1677416"/>
          </a:xfrm>
          <a:prstGeom prst="pie">
            <a:avLst>
              <a:gd name="adj1" fmla="val 16362000"/>
              <a:gd name="adj2" fmla="val 18738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56818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54067" y="2526919"/>
            <a:ext cx="2083562" cy="2083562"/>
          </a:xfrm>
          <a:prstGeom prst="pie">
            <a:avLst>
              <a:gd name="adj1" fmla="val 19062000"/>
              <a:gd name="adj2" fmla="val 21438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91572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2522" y="2865374"/>
            <a:ext cx="1406652" cy="1406652"/>
          </a:xfrm>
          <a:prstGeom prst="pie">
            <a:avLst>
              <a:gd name="adj1" fmla="val 162000"/>
              <a:gd name="adj2" fmla="val 2538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91572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50994" y="2323846"/>
            <a:ext cx="2489708" cy="2489708"/>
          </a:xfrm>
          <a:prstGeom prst="pie">
            <a:avLst>
              <a:gd name="adj1" fmla="val 2862000"/>
              <a:gd name="adj2" fmla="val 5238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6818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59299" y="2432152"/>
            <a:ext cx="2273097" cy="2273097"/>
          </a:xfrm>
          <a:prstGeom prst="pie">
            <a:avLst>
              <a:gd name="adj1" fmla="val 5562000"/>
              <a:gd name="adj2" fmla="val 7938000"/>
            </a:avLst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8337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48834" y="2621686"/>
            <a:ext cx="1894027" cy="1894027"/>
          </a:xfrm>
          <a:prstGeom prst="pie">
            <a:avLst>
              <a:gd name="adj1" fmla="val 8262000"/>
              <a:gd name="adj2" fmla="val 10638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43583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15612" y="2188464"/>
            <a:ext cx="2760472" cy="2760472"/>
          </a:xfrm>
          <a:prstGeom prst="pie">
            <a:avLst>
              <a:gd name="adj1" fmla="val 10962000"/>
              <a:gd name="adj2" fmla="val 13338000"/>
            </a:avLst>
          </a:prstGeom>
          <a:solidFill>
            <a:srgbClr val="E87BA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3583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24831" y="2797683"/>
            <a:ext cx="1542034" cy="1542034"/>
          </a:xfrm>
          <a:prstGeom prst="pie">
            <a:avLst>
              <a:gd name="adj1" fmla="val 13662000"/>
              <a:gd name="adj2" fmla="val 16038000"/>
            </a:avLst>
          </a:pr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78337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</a:t>
            </a:r>
            <a:endParaRPr lang="en-US" sz="10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capability (stacked radar)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48574" y="3153833"/>
            <a:ext cx="894547" cy="1032933"/>
          </a:xfrm>
          <a:custGeom>
            <a:avLst/>
            <a:gdLst/>
            <a:ahLst/>
            <a:cxnLst/>
            <a:rect l="l" t="t" r="r" b="b"/>
            <a:pathLst>
              <a:path w="894547" h="1032933">
                <a:moveTo>
                  <a:pt x="447273" y="0"/>
                </a:moveTo>
                <a:lnTo>
                  <a:pt x="894547" y="258233"/>
                </a:lnTo>
                <a:lnTo>
                  <a:pt x="894547" y="774700"/>
                </a:lnTo>
                <a:lnTo>
                  <a:pt x="447273" y="1032933"/>
                </a:lnTo>
                <a:lnTo>
                  <a:pt x="0" y="774700"/>
                </a:lnTo>
                <a:lnTo>
                  <a:pt x="0" y="258233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77633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201301" y="2637367"/>
            <a:ext cx="1789093" cy="2065867"/>
          </a:xfrm>
          <a:custGeom>
            <a:avLst/>
            <a:gdLst/>
            <a:ahLst/>
            <a:cxnLst/>
            <a:rect l="l" t="t" r="r" b="b"/>
            <a:pathLst>
              <a:path w="1789093" h="2065867">
                <a:moveTo>
                  <a:pt x="894547" y="0"/>
                </a:moveTo>
                <a:lnTo>
                  <a:pt x="1789093" y="516467"/>
                </a:lnTo>
                <a:lnTo>
                  <a:pt x="1789093" y="1549400"/>
                </a:lnTo>
                <a:lnTo>
                  <a:pt x="894547" y="2065867"/>
                </a:lnTo>
                <a:lnTo>
                  <a:pt x="0" y="1549400"/>
                </a:lnTo>
                <a:lnTo>
                  <a:pt x="0" y="51646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561167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54028" y="2120900"/>
            <a:ext cx="2683640" cy="3098800"/>
          </a:xfrm>
          <a:custGeom>
            <a:avLst/>
            <a:gdLst/>
            <a:ahLst/>
            <a:cxnLst/>
            <a:rect l="l" t="t" r="r" b="b"/>
            <a:pathLst>
              <a:path w="2683640" h="3098800">
                <a:moveTo>
                  <a:pt x="1341820" y="0"/>
                </a:moveTo>
                <a:lnTo>
                  <a:pt x="2683640" y="774700"/>
                </a:lnTo>
                <a:lnTo>
                  <a:pt x="2683640" y="2324100"/>
                </a:lnTo>
                <a:lnTo>
                  <a:pt x="1341820" y="3098800"/>
                </a:lnTo>
                <a:lnTo>
                  <a:pt x="0" y="2324100"/>
                </a:lnTo>
                <a:lnTo>
                  <a:pt x="0" y="77470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20447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1209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866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03658" y="27686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03658" y="43942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33288" y="52959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75402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4337" y="4394200"/>
            <a:ext cx="3937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02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1497" y="2768600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38029" y="3257127"/>
            <a:ext cx="805092" cy="671407"/>
          </a:xfrm>
          <a:custGeom>
            <a:avLst/>
            <a:gdLst/>
            <a:ahLst/>
            <a:cxnLst/>
            <a:rect l="l" t="t" r="r" b="b"/>
            <a:pathLst>
              <a:path w="805092" h="671407">
                <a:moveTo>
                  <a:pt x="357819" y="0"/>
                </a:moveTo>
                <a:lnTo>
                  <a:pt x="626183" y="258233"/>
                </a:lnTo>
                <a:lnTo>
                  <a:pt x="805092" y="671407"/>
                </a:lnTo>
                <a:lnTo>
                  <a:pt x="357819" y="619760"/>
                </a:lnTo>
                <a:lnTo>
                  <a:pt x="0" y="619760"/>
                </a:lnTo>
                <a:lnTo>
                  <a:pt x="89455" y="25823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close/>
              </a:path>
            </a:pathLst>
          </a:custGeom>
          <a:solidFill>
            <a:srgbClr val="2A78D6">
              <a:alpha val="55000"/>
            </a:srgbClr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9665" y="2947247"/>
            <a:ext cx="1252365" cy="1446107"/>
          </a:xfrm>
          <a:custGeom>
            <a:avLst/>
            <a:gdLst/>
            <a:ahLst/>
            <a:cxnLst/>
            <a:rect l="l" t="t" r="r" b="b"/>
            <a:pathLst>
              <a:path w="1252365" h="1446107">
                <a:moveTo>
                  <a:pt x="626183" y="0"/>
                </a:moveTo>
                <a:lnTo>
                  <a:pt x="1252365" y="361527"/>
                </a:lnTo>
                <a:lnTo>
                  <a:pt x="1252365" y="1084580"/>
                </a:lnTo>
                <a:lnTo>
                  <a:pt x="626183" y="1446107"/>
                </a:lnTo>
                <a:lnTo>
                  <a:pt x="0" y="1084580"/>
                </a:lnTo>
                <a:lnTo>
                  <a:pt x="0" y="361527"/>
                </a:lnTo>
                <a:lnTo>
                  <a:pt x="357819" y="568113"/>
                </a:lnTo>
                <a:lnTo>
                  <a:pt x="268364" y="929640"/>
                </a:lnTo>
                <a:lnTo>
                  <a:pt x="626183" y="929640"/>
                </a:lnTo>
                <a:lnTo>
                  <a:pt x="1073456" y="981287"/>
                </a:lnTo>
                <a:lnTo>
                  <a:pt x="894547" y="568113"/>
                </a:lnTo>
                <a:lnTo>
                  <a:pt x="626183" y="309880"/>
                </a:lnTo>
                <a:close/>
              </a:path>
            </a:pathLst>
          </a:custGeom>
          <a:solidFill>
            <a:srgbClr val="1BAF7A">
              <a:alpha val="55000"/>
            </a:srgbClr>
          </a:solidFill>
          <a:ln w="1524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392" y="2740660"/>
            <a:ext cx="1968002" cy="1962573"/>
          </a:xfrm>
          <a:custGeom>
            <a:avLst/>
            <a:gdLst/>
            <a:ahLst/>
            <a:cxnLst/>
            <a:rect l="l" t="t" r="r" b="b"/>
            <a:pathLst>
              <a:path w="1968002" h="1962573">
                <a:moveTo>
                  <a:pt x="1073456" y="0"/>
                </a:moveTo>
                <a:lnTo>
                  <a:pt x="1968002" y="413173"/>
                </a:lnTo>
                <a:lnTo>
                  <a:pt x="1968002" y="1446107"/>
                </a:lnTo>
                <a:lnTo>
                  <a:pt x="1073456" y="1962573"/>
                </a:lnTo>
                <a:lnTo>
                  <a:pt x="0" y="1549400"/>
                </a:lnTo>
                <a:lnTo>
                  <a:pt x="268364" y="464820"/>
                </a:lnTo>
                <a:lnTo>
                  <a:pt x="447273" y="568113"/>
                </a:lnTo>
                <a:lnTo>
                  <a:pt x="447273" y="1291167"/>
                </a:lnTo>
                <a:lnTo>
                  <a:pt x="1073456" y="1652693"/>
                </a:lnTo>
                <a:lnTo>
                  <a:pt x="1699638" y="1291167"/>
                </a:lnTo>
                <a:lnTo>
                  <a:pt x="1699638" y="568113"/>
                </a:lnTo>
                <a:lnTo>
                  <a:pt x="1073456" y="206587"/>
                </a:lnTo>
                <a:close/>
              </a:path>
            </a:pathLst>
          </a:custGeom>
          <a:solidFill>
            <a:srgbClr val="EDA100">
              <a:alpha val="55000"/>
            </a:srgbClr>
          </a:solidFill>
          <a:ln w="15240">
            <a:solidFill>
              <a:srgbClr val="EDA1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4848" y="1720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301848" y="1676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97148" y="1720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3924148" y="16764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82288" y="1720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4409288" y="1676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share (angle = revenue, radius = margin)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82948" y="1955800"/>
            <a:ext cx="3225800" cy="3225800"/>
          </a:xfrm>
          <a:prstGeom prst="pie">
            <a:avLst>
              <a:gd name="adj1" fmla="val 16200000"/>
              <a:gd name="adj2" fmla="val 43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701434" y="3303473"/>
            <a:ext cx="68990" cy="1092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9239" y="3205243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45%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96567" y="2269419"/>
            <a:ext cx="2598561" cy="2598561"/>
          </a:xfrm>
          <a:prstGeom prst="pie">
            <a:avLst>
              <a:gd name="adj1" fmla="val 4320000"/>
              <a:gd name="adj2" fmla="val 1080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5283628" y="4630115"/>
            <a:ext cx="41057" cy="565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98671" y="460678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2159" y="2135011"/>
            <a:ext cx="2867378" cy="2867378"/>
          </a:xfrm>
          <a:prstGeom prst="pie">
            <a:avLst>
              <a:gd name="adj1" fmla="val 10800000"/>
              <a:gd name="adj2" fmla="val 14688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15645" y="2756259"/>
            <a:ext cx="58976" cy="374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0120" y="265080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0975" y="2403828"/>
            <a:ext cx="2329744" cy="2329744"/>
          </a:xfrm>
          <a:prstGeom prst="pie">
            <a:avLst>
              <a:gd name="adj1" fmla="val 14688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23731" y="2351320"/>
            <a:ext cx="15237" cy="6816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0135" y="223747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LatAm 7%</a:t>
            </a:r>
            <a:endParaRPr lang="en-US" sz="10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Correlation matrix (size = magnitude)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1934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69376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818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4260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1702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848" y="186690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35248" y="186690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4942919" y="190015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1" name="Shape 9"/>
          <p:cNvSpPr/>
          <p:nvPr/>
        </p:nvSpPr>
        <p:spPr>
          <a:xfrm>
            <a:off x="6055081" y="193789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12" name="Shape 10"/>
          <p:cNvSpPr/>
          <p:nvPr/>
        </p:nvSpPr>
        <p:spPr>
          <a:xfrm>
            <a:off x="7150757" y="195915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13" name="Shape 11"/>
          <p:cNvSpPr/>
          <p:nvPr/>
        </p:nvSpPr>
        <p:spPr>
          <a:xfrm>
            <a:off x="8184373" y="191834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14" name="Text 12"/>
          <p:cNvSpPr/>
          <p:nvPr/>
        </p:nvSpPr>
        <p:spPr>
          <a:xfrm>
            <a:off x="3174848" y="250952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868499" y="254277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6" name="Shape 14"/>
          <p:cNvSpPr/>
          <p:nvPr/>
        </p:nvSpPr>
        <p:spPr>
          <a:xfrm>
            <a:off x="4909668" y="250952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6035533" y="256096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18" name="Shape 16"/>
          <p:cNvSpPr/>
          <p:nvPr/>
        </p:nvSpPr>
        <p:spPr>
          <a:xfrm>
            <a:off x="7273869" y="272488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9" name="Shape 17"/>
          <p:cNvSpPr/>
          <p:nvPr/>
        </p:nvSpPr>
        <p:spPr>
          <a:xfrm>
            <a:off x="8275377" y="265196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20" name="Text 18"/>
          <p:cNvSpPr/>
          <p:nvPr/>
        </p:nvSpPr>
        <p:spPr>
          <a:xfrm>
            <a:off x="3174848" y="315214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906241" y="322313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22" name="Shape 20"/>
          <p:cNvSpPr/>
          <p:nvPr/>
        </p:nvSpPr>
        <p:spPr>
          <a:xfrm>
            <a:off x="4961113" y="320358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23" name="Shape 21"/>
          <p:cNvSpPr/>
          <p:nvPr/>
        </p:nvSpPr>
        <p:spPr>
          <a:xfrm>
            <a:off x="5984088" y="315214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7232613" y="332624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25" name="Shape 23"/>
          <p:cNvSpPr/>
          <p:nvPr/>
        </p:nvSpPr>
        <p:spPr>
          <a:xfrm>
            <a:off x="8307033" y="332624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26" name="Text 24"/>
          <p:cNvSpPr/>
          <p:nvPr/>
        </p:nvSpPr>
        <p:spPr>
          <a:xfrm>
            <a:off x="3174848" y="379476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927497" y="388701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28" name="Shape 26"/>
          <p:cNvSpPr/>
          <p:nvPr/>
        </p:nvSpPr>
        <p:spPr>
          <a:xfrm>
            <a:off x="5125029" y="401012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9" name="Shape 27"/>
          <p:cNvSpPr/>
          <p:nvPr/>
        </p:nvSpPr>
        <p:spPr>
          <a:xfrm>
            <a:off x="6158193" y="396886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058508" y="379476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8149090" y="381092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32" name="Text 30"/>
          <p:cNvSpPr/>
          <p:nvPr/>
        </p:nvSpPr>
        <p:spPr>
          <a:xfrm>
            <a:off x="3174848" y="443738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886693" y="448882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34" name="Shape 32"/>
          <p:cNvSpPr/>
          <p:nvPr/>
        </p:nvSpPr>
        <p:spPr>
          <a:xfrm>
            <a:off x="5052117" y="457982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35" name="Shape 33"/>
          <p:cNvSpPr/>
          <p:nvPr/>
        </p:nvSpPr>
        <p:spPr>
          <a:xfrm>
            <a:off x="6158193" y="461148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36" name="Shape 34"/>
          <p:cNvSpPr/>
          <p:nvPr/>
        </p:nvSpPr>
        <p:spPr>
          <a:xfrm>
            <a:off x="7074670" y="445354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37" name="Shape 35"/>
          <p:cNvSpPr/>
          <p:nvPr/>
        </p:nvSpPr>
        <p:spPr>
          <a:xfrm>
            <a:off x="8132928" y="443738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19348" y="5156200"/>
            <a:ext cx="80433" cy="114300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39" name="Shape 37"/>
          <p:cNvSpPr/>
          <p:nvPr/>
        </p:nvSpPr>
        <p:spPr>
          <a:xfrm>
            <a:off x="3693431" y="5156200"/>
            <a:ext cx="80433" cy="114300"/>
          </a:xfrm>
          <a:prstGeom prst="rect">
            <a:avLst/>
          </a:prstGeom>
          <a:solidFill>
            <a:srgbClr val="E88685"/>
          </a:solidFill>
          <a:ln/>
        </p:spPr>
      </p:sp>
      <p:sp>
        <p:nvSpPr>
          <p:cNvPr id="40" name="Shape 38"/>
          <p:cNvSpPr/>
          <p:nvPr/>
        </p:nvSpPr>
        <p:spPr>
          <a:xfrm>
            <a:off x="3767514" y="5156200"/>
            <a:ext cx="80433" cy="114300"/>
          </a:xfrm>
          <a:prstGeom prst="rect">
            <a:avLst/>
          </a:prstGeom>
          <a:solidFill>
            <a:srgbClr val="EB9898"/>
          </a:solidFill>
          <a:ln/>
        </p:spPr>
      </p:sp>
      <p:sp>
        <p:nvSpPr>
          <p:cNvPr id="41" name="Shape 39"/>
          <p:cNvSpPr/>
          <p:nvPr/>
        </p:nvSpPr>
        <p:spPr>
          <a:xfrm>
            <a:off x="3841598" y="5156200"/>
            <a:ext cx="80433" cy="114300"/>
          </a:xfrm>
          <a:prstGeom prst="rect">
            <a:avLst/>
          </a:prstGeom>
          <a:solidFill>
            <a:srgbClr val="EDA8A8"/>
          </a:solidFill>
          <a:ln/>
        </p:spPr>
      </p:sp>
      <p:sp>
        <p:nvSpPr>
          <p:cNvPr id="42" name="Shape 40"/>
          <p:cNvSpPr/>
          <p:nvPr/>
        </p:nvSpPr>
        <p:spPr>
          <a:xfrm>
            <a:off x="3915681" y="5156200"/>
            <a:ext cx="80433" cy="114300"/>
          </a:xfrm>
          <a:prstGeom prst="rect">
            <a:avLst/>
          </a:prstGeom>
          <a:solidFill>
            <a:srgbClr val="F0B6B6"/>
          </a:solidFill>
          <a:ln/>
        </p:spPr>
      </p:sp>
      <p:sp>
        <p:nvSpPr>
          <p:cNvPr id="43" name="Shape 41"/>
          <p:cNvSpPr/>
          <p:nvPr/>
        </p:nvSpPr>
        <p:spPr>
          <a:xfrm>
            <a:off x="3989764" y="5156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44" name="Shape 42"/>
          <p:cNvSpPr/>
          <p:nvPr/>
        </p:nvSpPr>
        <p:spPr>
          <a:xfrm>
            <a:off x="4063848" y="5156200"/>
            <a:ext cx="80433" cy="114300"/>
          </a:xfrm>
          <a:prstGeom prst="rect">
            <a:avLst/>
          </a:prstGeom>
          <a:solidFill>
            <a:srgbClr val="F4CFCF"/>
          </a:solidFill>
          <a:ln/>
        </p:spPr>
      </p:sp>
      <p:sp>
        <p:nvSpPr>
          <p:cNvPr id="45" name="Shape 43"/>
          <p:cNvSpPr/>
          <p:nvPr/>
        </p:nvSpPr>
        <p:spPr>
          <a:xfrm>
            <a:off x="4137931" y="5156200"/>
            <a:ext cx="80433" cy="114300"/>
          </a:xfrm>
          <a:prstGeom prst="rect">
            <a:avLst/>
          </a:prstGeom>
          <a:solidFill>
            <a:srgbClr val="F6DADA"/>
          </a:solidFill>
          <a:ln/>
        </p:spPr>
      </p:sp>
      <p:sp>
        <p:nvSpPr>
          <p:cNvPr id="46" name="Shape 44"/>
          <p:cNvSpPr/>
          <p:nvPr/>
        </p:nvSpPr>
        <p:spPr>
          <a:xfrm>
            <a:off x="4212014" y="5156200"/>
            <a:ext cx="80433" cy="114300"/>
          </a:xfrm>
          <a:prstGeom prst="rect">
            <a:avLst/>
          </a:prstGeom>
          <a:solidFill>
            <a:srgbClr val="F9E4E4"/>
          </a:solidFill>
          <a:ln/>
        </p:spPr>
      </p:sp>
      <p:sp>
        <p:nvSpPr>
          <p:cNvPr id="47" name="Shape 45"/>
          <p:cNvSpPr/>
          <p:nvPr/>
        </p:nvSpPr>
        <p:spPr>
          <a:xfrm>
            <a:off x="4286098" y="5156200"/>
            <a:ext cx="80433" cy="114300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48" name="Shape 46"/>
          <p:cNvSpPr/>
          <p:nvPr/>
        </p:nvSpPr>
        <p:spPr>
          <a:xfrm>
            <a:off x="4360181" y="5156200"/>
            <a:ext cx="80433" cy="114300"/>
          </a:xfrm>
          <a:prstGeom prst="rect">
            <a:avLst/>
          </a:prstGeom>
          <a:solidFill>
            <a:srgbClr val="FDF7F7"/>
          </a:solidFill>
          <a:ln/>
        </p:spPr>
      </p:sp>
      <p:sp>
        <p:nvSpPr>
          <p:cNvPr id="49" name="Shape 47"/>
          <p:cNvSpPr/>
          <p:nvPr/>
        </p:nvSpPr>
        <p:spPr>
          <a:xfrm>
            <a:off x="4434264" y="5156200"/>
            <a:ext cx="80433" cy="114300"/>
          </a:xfrm>
          <a:prstGeom prst="rect">
            <a:avLst/>
          </a:prstGeom>
          <a:solidFill>
            <a:srgbClr val="FEFEFF"/>
          </a:solidFill>
          <a:ln/>
        </p:spPr>
      </p:sp>
      <p:sp>
        <p:nvSpPr>
          <p:cNvPr id="50" name="Shape 48"/>
          <p:cNvSpPr/>
          <p:nvPr/>
        </p:nvSpPr>
        <p:spPr>
          <a:xfrm>
            <a:off x="4508348" y="5156200"/>
            <a:ext cx="80433" cy="11430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51" name="Shape 49"/>
          <p:cNvSpPr/>
          <p:nvPr/>
        </p:nvSpPr>
        <p:spPr>
          <a:xfrm>
            <a:off x="4582431" y="5156200"/>
            <a:ext cx="80433" cy="114300"/>
          </a:xfrm>
          <a:prstGeom prst="rect">
            <a:avLst/>
          </a:prstGeom>
          <a:solidFill>
            <a:srgbClr val="EBEEF9"/>
          </a:solidFill>
          <a:ln/>
        </p:spPr>
      </p:sp>
      <p:sp>
        <p:nvSpPr>
          <p:cNvPr id="52" name="Shape 50"/>
          <p:cNvSpPr/>
          <p:nvPr/>
        </p:nvSpPr>
        <p:spPr>
          <a:xfrm>
            <a:off x="4656514" y="5156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53" name="Shape 51"/>
          <p:cNvSpPr/>
          <p:nvPr/>
        </p:nvSpPr>
        <p:spPr>
          <a:xfrm>
            <a:off x="4730598" y="5156200"/>
            <a:ext cx="80433" cy="114300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54" name="Shape 52"/>
          <p:cNvSpPr/>
          <p:nvPr/>
        </p:nvSpPr>
        <p:spPr>
          <a:xfrm>
            <a:off x="4804681" y="5156200"/>
            <a:ext cx="80433" cy="114300"/>
          </a:xfrm>
          <a:prstGeom prst="rect">
            <a:avLst/>
          </a:prstGeom>
          <a:solidFill>
            <a:srgbClr val="CAD4EF"/>
          </a:solidFill>
          <a:ln/>
        </p:spPr>
      </p:sp>
      <p:sp>
        <p:nvSpPr>
          <p:cNvPr id="55" name="Shape 53"/>
          <p:cNvSpPr/>
          <p:nvPr/>
        </p:nvSpPr>
        <p:spPr>
          <a:xfrm>
            <a:off x="4878764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6" name="Shape 54"/>
          <p:cNvSpPr/>
          <p:nvPr/>
        </p:nvSpPr>
        <p:spPr>
          <a:xfrm>
            <a:off x="4952848" y="5156200"/>
            <a:ext cx="80433" cy="114300"/>
          </a:xfrm>
          <a:prstGeom prst="rect">
            <a:avLst/>
          </a:prstGeom>
          <a:solidFill>
            <a:srgbClr val="AFBFE8"/>
          </a:solidFill>
          <a:ln/>
        </p:spPr>
      </p:sp>
      <p:sp>
        <p:nvSpPr>
          <p:cNvPr id="57" name="Shape 55"/>
          <p:cNvSpPr/>
          <p:nvPr/>
        </p:nvSpPr>
        <p:spPr>
          <a:xfrm>
            <a:off x="5026931" y="5156200"/>
            <a:ext cx="80433" cy="114300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58" name="Shape 56"/>
          <p:cNvSpPr/>
          <p:nvPr/>
        </p:nvSpPr>
        <p:spPr>
          <a:xfrm>
            <a:off x="5101014" y="5156200"/>
            <a:ext cx="80433" cy="114300"/>
          </a:xfrm>
          <a:prstGeom prst="rect">
            <a:avLst/>
          </a:prstGeom>
          <a:solidFill>
            <a:srgbClr val="8DA8E1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5098" y="5156200"/>
            <a:ext cx="80433" cy="114300"/>
          </a:xfrm>
          <a:prstGeom prst="rect">
            <a:avLst/>
          </a:prstGeom>
          <a:solidFill>
            <a:srgbClr val="779ADD"/>
          </a:solidFill>
          <a:ln/>
        </p:spPr>
      </p:sp>
      <p:sp>
        <p:nvSpPr>
          <p:cNvPr id="60" name="Shape 58"/>
          <p:cNvSpPr/>
          <p:nvPr/>
        </p:nvSpPr>
        <p:spPr>
          <a:xfrm>
            <a:off x="5249181" y="5156200"/>
            <a:ext cx="80433" cy="114300"/>
          </a:xfrm>
          <a:prstGeom prst="rect">
            <a:avLst/>
          </a:prstGeom>
          <a:solidFill>
            <a:srgbClr val="5B8ADA"/>
          </a:solidFill>
          <a:ln/>
        </p:spPr>
      </p:sp>
      <p:sp>
        <p:nvSpPr>
          <p:cNvPr id="61" name="Shape 59"/>
          <p:cNvSpPr/>
          <p:nvPr/>
        </p:nvSpPr>
        <p:spPr>
          <a:xfrm>
            <a:off x="532326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Text 60"/>
          <p:cNvSpPr/>
          <p:nvPr/>
        </p:nvSpPr>
        <p:spPr>
          <a:xfrm>
            <a:off x="3619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-0.9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4508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4334558" y="5276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397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KPIs (rows clustered)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01050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1924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2797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93671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28848" y="186690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9" name="Text 7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1" name="Text 9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solidFill>
            <a:srgbClr val="5C8BDA"/>
          </a:solidFill>
          <a:ln/>
        </p:spPr>
      </p:sp>
      <p:sp>
        <p:nvSpPr>
          <p:cNvPr id="13" name="Text 11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8848" y="240241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8" name="Text 16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solidFill>
            <a:srgbClr val="618DDB"/>
          </a:solidFill>
          <a:ln/>
        </p:spPr>
      </p:sp>
      <p:sp>
        <p:nvSpPr>
          <p:cNvPr id="20" name="Text 18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solidFill>
            <a:srgbClr val="5186D9"/>
          </a:solidFill>
          <a:ln/>
        </p:spPr>
      </p:sp>
      <p:sp>
        <p:nvSpPr>
          <p:cNvPr id="22" name="Text 20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solidFill>
            <a:srgbClr val="3D7ED7"/>
          </a:solidFill>
          <a:ln/>
        </p:spPr>
      </p:sp>
      <p:sp>
        <p:nvSpPr>
          <p:cNvPr id="24" name="Text 22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28848" y="293793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solidFill>
            <a:srgbClr val="6590DB"/>
          </a:solidFill>
          <a:ln/>
        </p:spPr>
      </p:sp>
      <p:sp>
        <p:nvSpPr>
          <p:cNvPr id="27" name="Text 25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solidFill>
            <a:srgbClr val="6D94DC"/>
          </a:solidFill>
          <a:ln/>
        </p:spPr>
      </p:sp>
      <p:sp>
        <p:nvSpPr>
          <p:cNvPr id="29" name="Text 27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solidFill>
            <a:srgbClr val="4B83D8"/>
          </a:solidFill>
          <a:ln/>
        </p:spPr>
      </p:sp>
      <p:sp>
        <p:nvSpPr>
          <p:cNvPr id="31" name="Text 29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solidFill>
            <a:srgbClr val="4581D8"/>
          </a:solidFill>
          <a:ln/>
        </p:spPr>
      </p:sp>
      <p:sp>
        <p:nvSpPr>
          <p:cNvPr id="33" name="Text 31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28848" y="347345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solidFill>
            <a:srgbClr val="BBC9EC"/>
          </a:solidFill>
          <a:ln/>
        </p:spPr>
      </p:sp>
      <p:sp>
        <p:nvSpPr>
          <p:cNvPr id="36" name="Text 34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38" name="Text 36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solidFill>
            <a:srgbClr val="BFCCED"/>
          </a:solidFill>
          <a:ln/>
        </p:spPr>
      </p:sp>
      <p:sp>
        <p:nvSpPr>
          <p:cNvPr id="40" name="Text 38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solidFill>
            <a:srgbClr val="B1C1E9"/>
          </a:solidFill>
          <a:ln/>
        </p:spPr>
      </p:sp>
      <p:sp>
        <p:nvSpPr>
          <p:cNvPr id="42" name="Text 40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428848" y="400896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solidFill>
            <a:srgbClr val="EEF2FA"/>
          </a:solidFill>
          <a:ln/>
        </p:spPr>
      </p:sp>
      <p:sp>
        <p:nvSpPr>
          <p:cNvPr id="45" name="Text 43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47" name="Text 45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solidFill>
            <a:srgbClr val="F0F3FB"/>
          </a:solidFill>
          <a:ln/>
        </p:spPr>
      </p:sp>
      <p:sp>
        <p:nvSpPr>
          <p:cNvPr id="49" name="Text 47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51" name="Text 49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28848" y="454448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54" name="Text 52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56" name="Text 54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58" name="Text 56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solidFill>
            <a:srgbClr val="EDF0FA"/>
          </a:solidFill>
          <a:ln/>
        </p:spPr>
      </p:sp>
      <p:sp>
        <p:nvSpPr>
          <p:cNvPr id="60" name="Text 58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010508" y="5156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62" name="Shape 60"/>
          <p:cNvSpPr/>
          <p:nvPr/>
        </p:nvSpPr>
        <p:spPr>
          <a:xfrm>
            <a:off x="4084591" y="5156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63" name="Shape 61"/>
          <p:cNvSpPr/>
          <p:nvPr/>
        </p:nvSpPr>
        <p:spPr>
          <a:xfrm>
            <a:off x="4158674" y="5156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64" name="Shape 62"/>
          <p:cNvSpPr/>
          <p:nvPr/>
        </p:nvSpPr>
        <p:spPr>
          <a:xfrm>
            <a:off x="4232758" y="5156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65" name="Shape 63"/>
          <p:cNvSpPr/>
          <p:nvPr/>
        </p:nvSpPr>
        <p:spPr>
          <a:xfrm>
            <a:off x="4306841" y="5156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66" name="Shape 64"/>
          <p:cNvSpPr/>
          <p:nvPr/>
        </p:nvSpPr>
        <p:spPr>
          <a:xfrm>
            <a:off x="4380924" y="5156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455008" y="5156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68" name="Shape 66"/>
          <p:cNvSpPr/>
          <p:nvPr/>
        </p:nvSpPr>
        <p:spPr>
          <a:xfrm>
            <a:off x="4529091" y="5156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69" name="Shape 67"/>
          <p:cNvSpPr/>
          <p:nvPr/>
        </p:nvSpPr>
        <p:spPr>
          <a:xfrm>
            <a:off x="4603174" y="5156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70" name="Shape 68"/>
          <p:cNvSpPr/>
          <p:nvPr/>
        </p:nvSpPr>
        <p:spPr>
          <a:xfrm>
            <a:off x="4677258" y="5156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71" name="Shape 69"/>
          <p:cNvSpPr/>
          <p:nvPr/>
        </p:nvSpPr>
        <p:spPr>
          <a:xfrm>
            <a:off x="4751341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72" name="Shape 70"/>
          <p:cNvSpPr/>
          <p:nvPr/>
        </p:nvSpPr>
        <p:spPr>
          <a:xfrm>
            <a:off x="4825424" y="5156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73" name="Shape 71"/>
          <p:cNvSpPr/>
          <p:nvPr/>
        </p:nvSpPr>
        <p:spPr>
          <a:xfrm>
            <a:off x="4899508" y="5156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74" name="Shape 72"/>
          <p:cNvSpPr/>
          <p:nvPr/>
        </p:nvSpPr>
        <p:spPr>
          <a:xfrm>
            <a:off x="4973591" y="5156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75" name="Shape 73"/>
          <p:cNvSpPr/>
          <p:nvPr/>
        </p:nvSpPr>
        <p:spPr>
          <a:xfrm>
            <a:off x="5047674" y="5156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76" name="Shape 74"/>
          <p:cNvSpPr/>
          <p:nvPr/>
        </p:nvSpPr>
        <p:spPr>
          <a:xfrm>
            <a:off x="5121758" y="5156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77" name="Shape 75"/>
          <p:cNvSpPr/>
          <p:nvPr/>
        </p:nvSpPr>
        <p:spPr>
          <a:xfrm>
            <a:off x="5195841" y="5156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78" name="Shape 76"/>
          <p:cNvSpPr/>
          <p:nvPr/>
        </p:nvSpPr>
        <p:spPr>
          <a:xfrm>
            <a:off x="5269924" y="5156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79" name="Shape 77"/>
          <p:cNvSpPr/>
          <p:nvPr/>
        </p:nvSpPr>
        <p:spPr>
          <a:xfrm>
            <a:off x="5344008" y="5156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80" name="Shape 78"/>
          <p:cNvSpPr/>
          <p:nvPr/>
        </p:nvSpPr>
        <p:spPr>
          <a:xfrm>
            <a:off x="5418091" y="5156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81" name="Shape 79"/>
          <p:cNvSpPr/>
          <p:nvPr/>
        </p:nvSpPr>
        <p:spPr>
          <a:xfrm>
            <a:off x="5492174" y="5156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82" name="Shape 80"/>
          <p:cNvSpPr/>
          <p:nvPr/>
        </p:nvSpPr>
        <p:spPr>
          <a:xfrm>
            <a:off x="5566258" y="5156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83" name="Shape 81"/>
          <p:cNvSpPr/>
          <p:nvPr/>
        </p:nvSpPr>
        <p:spPr>
          <a:xfrm>
            <a:off x="5640341" y="5156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84" name="Shape 82"/>
          <p:cNvSpPr/>
          <p:nvPr/>
        </p:nvSpPr>
        <p:spPr>
          <a:xfrm>
            <a:off x="571442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Text 83"/>
          <p:cNvSpPr/>
          <p:nvPr/>
        </p:nvSpPr>
        <p:spPr>
          <a:xfrm>
            <a:off x="4010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899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3375954" y="2670175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375954" y="3205692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375954" y="267017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370908" y="2134658"/>
            <a:ext cx="1984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370908" y="2937933"/>
            <a:ext cx="5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70908" y="213465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357394" y="4276725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57394" y="4812242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7394" y="427672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34294" y="3741208"/>
            <a:ext cx="2564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134294" y="4544483"/>
            <a:ext cx="2231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134294" y="374120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946248" y="2536296"/>
            <a:ext cx="42466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6248" y="4142846"/>
            <a:ext cx="188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946248" y="2536296"/>
            <a:ext cx="0" cy="16065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mix (stacked area) + margin 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1924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79037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6150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3262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0375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7488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4811" y="4365202"/>
            <a:ext cx="46814" cy="8671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345275" y="4358005"/>
            <a:ext cx="46814" cy="8743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3385738" y="4350808"/>
            <a:ext cx="46814" cy="8815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3426202" y="4343612"/>
            <a:ext cx="46814" cy="8887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466665" y="4336415"/>
            <a:ext cx="46814" cy="8959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507129" y="4329218"/>
            <a:ext cx="46814" cy="903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547593" y="4322022"/>
            <a:ext cx="46814" cy="9103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588056" y="4314825"/>
            <a:ext cx="46814" cy="9175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28520" y="4307628"/>
            <a:ext cx="46814" cy="924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668983" y="4300432"/>
            <a:ext cx="46814" cy="9319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709447" y="4293235"/>
            <a:ext cx="46814" cy="9391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749911" y="4286038"/>
            <a:ext cx="46814" cy="9463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790374" y="4278842"/>
            <a:ext cx="46814" cy="9535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830838" y="4271645"/>
            <a:ext cx="46814" cy="9607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871301" y="4264448"/>
            <a:ext cx="46814" cy="9679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911765" y="4257252"/>
            <a:ext cx="46814" cy="975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952229" y="4250055"/>
            <a:ext cx="46814" cy="9823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992692" y="4242858"/>
            <a:ext cx="46814" cy="989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033156" y="4235662"/>
            <a:ext cx="46814" cy="996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073620" y="4228465"/>
            <a:ext cx="46814" cy="10039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14083" y="4221268"/>
            <a:ext cx="46814" cy="1011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154547" y="4214072"/>
            <a:ext cx="46814" cy="1018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195010" y="4206875"/>
            <a:ext cx="46814" cy="10255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35474" y="4199678"/>
            <a:ext cx="46814" cy="103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275938" y="4192482"/>
            <a:ext cx="46814" cy="10399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16401" y="4185285"/>
            <a:ext cx="46814" cy="1047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56865" y="4178088"/>
            <a:ext cx="46814" cy="10543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397328" y="4170892"/>
            <a:ext cx="46814" cy="1061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37792" y="4163695"/>
            <a:ext cx="46814" cy="10687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8256" y="4156498"/>
            <a:ext cx="46814" cy="10759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18719" y="4149302"/>
            <a:ext cx="46814" cy="1083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59183" y="4142105"/>
            <a:ext cx="46814" cy="10902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99646" y="4134908"/>
            <a:ext cx="46814" cy="1097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40110" y="4127712"/>
            <a:ext cx="46814" cy="11046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80574" y="4120515"/>
            <a:ext cx="46814" cy="111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721037" y="4113318"/>
            <a:ext cx="46814" cy="1119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61501" y="4106122"/>
            <a:ext cx="46814" cy="11262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801965" y="4098925"/>
            <a:ext cx="46814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842428" y="4091728"/>
            <a:ext cx="46814" cy="11406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82892" y="4084532"/>
            <a:ext cx="46814" cy="1147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923355" y="4077335"/>
            <a:ext cx="46814" cy="11550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963819" y="4070138"/>
            <a:ext cx="46814" cy="11622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004283" y="4062942"/>
            <a:ext cx="46814" cy="1169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4746" y="4055745"/>
            <a:ext cx="46814" cy="11766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085210" y="4048548"/>
            <a:ext cx="46814" cy="1183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125673" y="4041352"/>
            <a:ext cx="46814" cy="1191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166137" y="4034155"/>
            <a:ext cx="46814" cy="11982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206601" y="4026958"/>
            <a:ext cx="46814" cy="12054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247064" y="4021561"/>
            <a:ext cx="46814" cy="12108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287528" y="4017962"/>
            <a:ext cx="46814" cy="12144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327991" y="4014364"/>
            <a:ext cx="46814" cy="12180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368455" y="4010766"/>
            <a:ext cx="46814" cy="12216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408919" y="4007168"/>
            <a:ext cx="46814" cy="12252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449382" y="4003569"/>
            <a:ext cx="46814" cy="12288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489846" y="3999971"/>
            <a:ext cx="46814" cy="1232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530310" y="3996373"/>
            <a:ext cx="46814" cy="12360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570773" y="3992774"/>
            <a:ext cx="46814" cy="12396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611237" y="3989176"/>
            <a:ext cx="46814" cy="12432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651700" y="3985577"/>
            <a:ext cx="46814" cy="12468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692164" y="3981979"/>
            <a:ext cx="46814" cy="12504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732628" y="3978381"/>
            <a:ext cx="46814" cy="12540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773091" y="3974783"/>
            <a:ext cx="46814" cy="12576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3555" y="3971184"/>
            <a:ext cx="46814" cy="12612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854018" y="3967586"/>
            <a:ext cx="46814" cy="12648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894482" y="3963988"/>
            <a:ext cx="46814" cy="1268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934946" y="3960389"/>
            <a:ext cx="46814" cy="12720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975409" y="3956791"/>
            <a:ext cx="46814" cy="12756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015873" y="3953192"/>
            <a:ext cx="46814" cy="12792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056336" y="3949594"/>
            <a:ext cx="46814" cy="12828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096800" y="3945996"/>
            <a:ext cx="46814" cy="12864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137264" y="3942398"/>
            <a:ext cx="46814" cy="12900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177727" y="3938799"/>
            <a:ext cx="46814" cy="12936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218191" y="3932502"/>
            <a:ext cx="46814" cy="12998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258655" y="3923506"/>
            <a:ext cx="46814" cy="1308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299118" y="3914510"/>
            <a:ext cx="46814" cy="13178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339582" y="3905515"/>
            <a:ext cx="46814" cy="1326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380045" y="3896519"/>
            <a:ext cx="46814" cy="13358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420509" y="3887523"/>
            <a:ext cx="46814" cy="13448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460973" y="3878527"/>
            <a:ext cx="46814" cy="13538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501436" y="3869531"/>
            <a:ext cx="46814" cy="13628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541900" y="3860535"/>
            <a:ext cx="46814" cy="13718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582363" y="3851540"/>
            <a:ext cx="46814" cy="1380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622827" y="3842544"/>
            <a:ext cx="46814" cy="13898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663291" y="3833548"/>
            <a:ext cx="46814" cy="1398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703754" y="3824552"/>
            <a:ext cx="46814" cy="14078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744218" y="3815556"/>
            <a:ext cx="46814" cy="1416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784681" y="3806560"/>
            <a:ext cx="46814" cy="14258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825145" y="3797565"/>
            <a:ext cx="46814" cy="1434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865609" y="3788569"/>
            <a:ext cx="46814" cy="14438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906072" y="3779573"/>
            <a:ext cx="46814" cy="14528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946536" y="3770577"/>
            <a:ext cx="46814" cy="1461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987000" y="3761581"/>
            <a:ext cx="46814" cy="14708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027463" y="3752585"/>
            <a:ext cx="46814" cy="14798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067927" y="3743590"/>
            <a:ext cx="46814" cy="14888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108390" y="3734594"/>
            <a:ext cx="46814" cy="14978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148854" y="3725598"/>
            <a:ext cx="46814" cy="150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189318" y="3716602"/>
            <a:ext cx="46814" cy="1515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229781" y="3707606"/>
            <a:ext cx="46814" cy="15247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270245" y="3698610"/>
            <a:ext cx="46814" cy="15337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310708" y="3689615"/>
            <a:ext cx="46814" cy="1542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351172" y="3680619"/>
            <a:ext cx="46814" cy="15517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391636" y="3671623"/>
            <a:ext cx="46814" cy="15607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432099" y="3662627"/>
            <a:ext cx="46814" cy="15697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472563" y="3653631"/>
            <a:ext cx="46814" cy="15787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7513026" y="3644635"/>
            <a:ext cx="46814" cy="1587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7553490" y="3635640"/>
            <a:ext cx="46814" cy="15967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593954" y="3626644"/>
            <a:ext cx="46814" cy="1605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634417" y="3617648"/>
            <a:ext cx="46814" cy="1614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674881" y="3608652"/>
            <a:ext cx="46814" cy="1623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715345" y="3599656"/>
            <a:ext cx="46814" cy="163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755808" y="3590660"/>
            <a:ext cx="46814" cy="16417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796272" y="3581665"/>
            <a:ext cx="46814" cy="1650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836735" y="3572669"/>
            <a:ext cx="46814" cy="16597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877199" y="3563673"/>
            <a:ext cx="46814" cy="16687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917663" y="3554677"/>
            <a:ext cx="46814" cy="1677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958126" y="3545681"/>
            <a:ext cx="46814" cy="16867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998590" y="3536685"/>
            <a:ext cx="46814" cy="1695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039053" y="3527690"/>
            <a:ext cx="46814" cy="17047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079517" y="3518694"/>
            <a:ext cx="46814" cy="17137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119981" y="3509698"/>
            <a:ext cx="46814" cy="17227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304811" y="3718401"/>
            <a:ext cx="46814" cy="6468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345275" y="3713004"/>
            <a:ext cx="46814" cy="6450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385738" y="3707606"/>
            <a:ext cx="46814" cy="64320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426202" y="3702209"/>
            <a:ext cx="46814" cy="641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466665" y="3696811"/>
            <a:ext cx="46814" cy="6396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3507129" y="3691414"/>
            <a:ext cx="46814" cy="6378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3547593" y="3686016"/>
            <a:ext cx="46814" cy="6360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3588056" y="3680619"/>
            <a:ext cx="46814" cy="6342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3628520" y="3675221"/>
            <a:ext cx="46814" cy="6324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3668983" y="3669824"/>
            <a:ext cx="46814" cy="6306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3709447" y="3664426"/>
            <a:ext cx="46814" cy="6288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749911" y="3659029"/>
            <a:ext cx="46814" cy="6270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3790374" y="3653631"/>
            <a:ext cx="46814" cy="625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3830838" y="3648234"/>
            <a:ext cx="46814" cy="6234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3871301" y="3642836"/>
            <a:ext cx="46814" cy="62161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3911765" y="3637439"/>
            <a:ext cx="46814" cy="619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3952229" y="3632041"/>
            <a:ext cx="46814" cy="6180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3992692" y="3626644"/>
            <a:ext cx="46814" cy="6162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4033156" y="3621246"/>
            <a:ext cx="46814" cy="6144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4073620" y="3615849"/>
            <a:ext cx="46814" cy="6126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4114083" y="3610451"/>
            <a:ext cx="46814" cy="6108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4154547" y="3605054"/>
            <a:ext cx="46814" cy="6090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4195010" y="3599656"/>
            <a:ext cx="46814" cy="6072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4235474" y="3594259"/>
            <a:ext cx="46814" cy="6054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4275938" y="3586162"/>
            <a:ext cx="46814" cy="606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4316401" y="3575368"/>
            <a:ext cx="46814" cy="6099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4356865" y="3564573"/>
            <a:ext cx="46814" cy="6135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4397328" y="3553778"/>
            <a:ext cx="46814" cy="6171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4437792" y="3542982"/>
            <a:ext cx="46814" cy="6207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4478256" y="3532187"/>
            <a:ext cx="46814" cy="6243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4518719" y="3521393"/>
            <a:ext cx="46814" cy="6279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4559183" y="3510598"/>
            <a:ext cx="46814" cy="6315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4599646" y="3499802"/>
            <a:ext cx="46814" cy="6351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4640110" y="3489008"/>
            <a:ext cx="46814" cy="63870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4680574" y="3478213"/>
            <a:ext cx="46814" cy="6423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4721037" y="3467417"/>
            <a:ext cx="46814" cy="6459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4761501" y="3456622"/>
            <a:ext cx="46814" cy="6494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4801965" y="3445827"/>
            <a:ext cx="46814" cy="653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4842428" y="3435032"/>
            <a:ext cx="46814" cy="656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4882892" y="3424238"/>
            <a:ext cx="46814" cy="6602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4923355" y="3413442"/>
            <a:ext cx="46814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4963819" y="3402647"/>
            <a:ext cx="46814" cy="667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004283" y="3391852"/>
            <a:ext cx="46814" cy="6710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044746" y="3381057"/>
            <a:ext cx="46814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085210" y="3370262"/>
            <a:ext cx="46814" cy="6782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125673" y="3359467"/>
            <a:ext cx="46814" cy="6818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166137" y="3348672"/>
            <a:ext cx="46814" cy="6854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206601" y="3337877"/>
            <a:ext cx="46814" cy="6890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5247064" y="3331580"/>
            <a:ext cx="46814" cy="6899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5287528" y="3329781"/>
            <a:ext cx="46814" cy="6881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5327991" y="3327982"/>
            <a:ext cx="46814" cy="6863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5368455" y="3326183"/>
            <a:ext cx="46814" cy="6845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408919" y="3324384"/>
            <a:ext cx="46814" cy="6827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5449382" y="3322585"/>
            <a:ext cx="46814" cy="680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489846" y="3320785"/>
            <a:ext cx="46814" cy="6791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5530310" y="3318986"/>
            <a:ext cx="46814" cy="6773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570773" y="3317187"/>
            <a:ext cx="46814" cy="6755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611237" y="3315388"/>
            <a:ext cx="46814" cy="6737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5651700" y="3313589"/>
            <a:ext cx="46814" cy="6719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5692164" y="3311790"/>
            <a:ext cx="46814" cy="6701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732628" y="3309990"/>
            <a:ext cx="46814" cy="6683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5773091" y="3308191"/>
            <a:ext cx="46814" cy="6665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5813555" y="3306392"/>
            <a:ext cx="46814" cy="6647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854018" y="3304593"/>
            <a:ext cx="46814" cy="6629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5894482" y="3302794"/>
            <a:ext cx="46814" cy="661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934946" y="3300995"/>
            <a:ext cx="46814" cy="6593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5975409" y="3299195"/>
            <a:ext cx="46814" cy="6575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015873" y="3297396"/>
            <a:ext cx="46814" cy="6557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056336" y="3295597"/>
            <a:ext cx="46814" cy="6539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096800" y="3293798"/>
            <a:ext cx="46814" cy="652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137264" y="3291999"/>
            <a:ext cx="46814" cy="6503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177727" y="3290200"/>
            <a:ext cx="46814" cy="6486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218191" y="3283003"/>
            <a:ext cx="46814" cy="6494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258655" y="3270409"/>
            <a:ext cx="46814" cy="653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299118" y="3257815"/>
            <a:ext cx="46814" cy="656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339582" y="3245220"/>
            <a:ext cx="46814" cy="6602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380045" y="3232626"/>
            <a:ext cx="46814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420509" y="3220032"/>
            <a:ext cx="46814" cy="667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460973" y="3207438"/>
            <a:ext cx="46814" cy="6710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501436" y="3194844"/>
            <a:ext cx="46814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541900" y="3182250"/>
            <a:ext cx="46814" cy="6782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582363" y="3169655"/>
            <a:ext cx="46814" cy="6818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622827" y="3157061"/>
            <a:ext cx="46814" cy="6854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663291" y="3144467"/>
            <a:ext cx="46814" cy="6890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703754" y="3131873"/>
            <a:ext cx="46814" cy="6926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744218" y="3119279"/>
            <a:ext cx="46814" cy="6962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784681" y="3106685"/>
            <a:ext cx="46814" cy="6998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825145" y="3094090"/>
            <a:ext cx="46814" cy="7034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7" name="Shape 215"/>
          <p:cNvSpPr/>
          <p:nvPr/>
        </p:nvSpPr>
        <p:spPr>
          <a:xfrm>
            <a:off x="6865609" y="3081496"/>
            <a:ext cx="46814" cy="7070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8" name="Shape 216"/>
          <p:cNvSpPr/>
          <p:nvPr/>
        </p:nvSpPr>
        <p:spPr>
          <a:xfrm>
            <a:off x="6906072" y="3068902"/>
            <a:ext cx="46814" cy="7106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9" name="Shape 217"/>
          <p:cNvSpPr/>
          <p:nvPr/>
        </p:nvSpPr>
        <p:spPr>
          <a:xfrm>
            <a:off x="6946536" y="3056308"/>
            <a:ext cx="46814" cy="7142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0" name="Shape 218"/>
          <p:cNvSpPr/>
          <p:nvPr/>
        </p:nvSpPr>
        <p:spPr>
          <a:xfrm>
            <a:off x="6987000" y="3043714"/>
            <a:ext cx="46814" cy="71786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1" name="Shape 219"/>
          <p:cNvSpPr/>
          <p:nvPr/>
        </p:nvSpPr>
        <p:spPr>
          <a:xfrm>
            <a:off x="7027463" y="3031120"/>
            <a:ext cx="46814" cy="7214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2" name="Shape 220"/>
          <p:cNvSpPr/>
          <p:nvPr/>
        </p:nvSpPr>
        <p:spPr>
          <a:xfrm>
            <a:off x="7067927" y="3018525"/>
            <a:ext cx="46814" cy="7250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3" name="Shape 221"/>
          <p:cNvSpPr/>
          <p:nvPr/>
        </p:nvSpPr>
        <p:spPr>
          <a:xfrm>
            <a:off x="7108390" y="3005931"/>
            <a:ext cx="46814" cy="7286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4" name="Shape 222"/>
          <p:cNvSpPr/>
          <p:nvPr/>
        </p:nvSpPr>
        <p:spPr>
          <a:xfrm>
            <a:off x="7148854" y="2993337"/>
            <a:ext cx="46814" cy="7322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5" name="Shape 223"/>
          <p:cNvSpPr/>
          <p:nvPr/>
        </p:nvSpPr>
        <p:spPr>
          <a:xfrm>
            <a:off x="7189318" y="2981642"/>
            <a:ext cx="46814" cy="734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6" name="Shape 224"/>
          <p:cNvSpPr/>
          <p:nvPr/>
        </p:nvSpPr>
        <p:spPr>
          <a:xfrm>
            <a:off x="7229781" y="2970847"/>
            <a:ext cx="46814" cy="736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7" name="Shape 225"/>
          <p:cNvSpPr/>
          <p:nvPr/>
        </p:nvSpPr>
        <p:spPr>
          <a:xfrm>
            <a:off x="7270245" y="2960052"/>
            <a:ext cx="46814" cy="7385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8" name="Shape 226"/>
          <p:cNvSpPr/>
          <p:nvPr/>
        </p:nvSpPr>
        <p:spPr>
          <a:xfrm>
            <a:off x="7310708" y="2949258"/>
            <a:ext cx="46814" cy="7403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9" name="Shape 227"/>
          <p:cNvSpPr/>
          <p:nvPr/>
        </p:nvSpPr>
        <p:spPr>
          <a:xfrm>
            <a:off x="7351172" y="2938463"/>
            <a:ext cx="46814" cy="7421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0" name="Shape 228"/>
          <p:cNvSpPr/>
          <p:nvPr/>
        </p:nvSpPr>
        <p:spPr>
          <a:xfrm>
            <a:off x="7391636" y="2927668"/>
            <a:ext cx="46814" cy="7439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1" name="Shape 229"/>
          <p:cNvSpPr/>
          <p:nvPr/>
        </p:nvSpPr>
        <p:spPr>
          <a:xfrm>
            <a:off x="7432099" y="2916872"/>
            <a:ext cx="46814" cy="7457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472563" y="2906077"/>
            <a:ext cx="46814" cy="7475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3" name="Shape 231"/>
          <p:cNvSpPr/>
          <p:nvPr/>
        </p:nvSpPr>
        <p:spPr>
          <a:xfrm>
            <a:off x="7513026" y="2895283"/>
            <a:ext cx="46814" cy="7493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4" name="Shape 232"/>
          <p:cNvSpPr/>
          <p:nvPr/>
        </p:nvSpPr>
        <p:spPr>
          <a:xfrm>
            <a:off x="7553490" y="2884487"/>
            <a:ext cx="46814" cy="75115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5" name="Shape 233"/>
          <p:cNvSpPr/>
          <p:nvPr/>
        </p:nvSpPr>
        <p:spPr>
          <a:xfrm>
            <a:off x="7593954" y="2873693"/>
            <a:ext cx="46814" cy="7529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6" name="Shape 234"/>
          <p:cNvSpPr/>
          <p:nvPr/>
        </p:nvSpPr>
        <p:spPr>
          <a:xfrm>
            <a:off x="7634417" y="2862898"/>
            <a:ext cx="46814" cy="754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7" name="Shape 235"/>
          <p:cNvSpPr/>
          <p:nvPr/>
        </p:nvSpPr>
        <p:spPr>
          <a:xfrm>
            <a:off x="7674881" y="2852102"/>
            <a:ext cx="46814" cy="7565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8" name="Shape 236"/>
          <p:cNvSpPr/>
          <p:nvPr/>
        </p:nvSpPr>
        <p:spPr>
          <a:xfrm>
            <a:off x="7715345" y="2841307"/>
            <a:ext cx="46814" cy="7583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9" name="Shape 237"/>
          <p:cNvSpPr/>
          <p:nvPr/>
        </p:nvSpPr>
        <p:spPr>
          <a:xfrm>
            <a:off x="7755808" y="2830512"/>
            <a:ext cx="46814" cy="76014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0" name="Shape 238"/>
          <p:cNvSpPr/>
          <p:nvPr/>
        </p:nvSpPr>
        <p:spPr>
          <a:xfrm>
            <a:off x="7796272" y="2819718"/>
            <a:ext cx="46814" cy="7619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1" name="Shape 239"/>
          <p:cNvSpPr/>
          <p:nvPr/>
        </p:nvSpPr>
        <p:spPr>
          <a:xfrm>
            <a:off x="7836735" y="2808923"/>
            <a:ext cx="46814" cy="7637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877199" y="2798128"/>
            <a:ext cx="46814" cy="76554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3" name="Shape 241"/>
          <p:cNvSpPr/>
          <p:nvPr/>
        </p:nvSpPr>
        <p:spPr>
          <a:xfrm>
            <a:off x="7917663" y="2787333"/>
            <a:ext cx="46814" cy="76734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4" name="Shape 242"/>
          <p:cNvSpPr/>
          <p:nvPr/>
        </p:nvSpPr>
        <p:spPr>
          <a:xfrm>
            <a:off x="7958126" y="2776537"/>
            <a:ext cx="46814" cy="76914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5" name="Shape 243"/>
          <p:cNvSpPr/>
          <p:nvPr/>
        </p:nvSpPr>
        <p:spPr>
          <a:xfrm>
            <a:off x="7998590" y="2765743"/>
            <a:ext cx="46814" cy="7709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6" name="Shape 244"/>
          <p:cNvSpPr/>
          <p:nvPr/>
        </p:nvSpPr>
        <p:spPr>
          <a:xfrm>
            <a:off x="8039053" y="2754948"/>
            <a:ext cx="46814" cy="7727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7" name="Shape 245"/>
          <p:cNvSpPr/>
          <p:nvPr/>
        </p:nvSpPr>
        <p:spPr>
          <a:xfrm>
            <a:off x="8079517" y="2744153"/>
            <a:ext cx="46814" cy="774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8" name="Shape 246"/>
          <p:cNvSpPr/>
          <p:nvPr/>
        </p:nvSpPr>
        <p:spPr>
          <a:xfrm>
            <a:off x="8119981" y="2733358"/>
            <a:ext cx="46814" cy="77634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9" name="Shape 247"/>
          <p:cNvSpPr/>
          <p:nvPr/>
        </p:nvSpPr>
        <p:spPr>
          <a:xfrm>
            <a:off x="3304811" y="3285702"/>
            <a:ext cx="46814" cy="4327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3345275" y="3278505"/>
            <a:ext cx="46814" cy="434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3385738" y="3271308"/>
            <a:ext cx="46814" cy="43629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3426202" y="3264112"/>
            <a:ext cx="46814" cy="4380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3466665" y="3256915"/>
            <a:ext cx="46814" cy="4398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3507129" y="3249718"/>
            <a:ext cx="46814" cy="44169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3547593" y="3242522"/>
            <a:ext cx="46814" cy="44349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3588056" y="3235325"/>
            <a:ext cx="46814" cy="4452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3628520" y="3228128"/>
            <a:ext cx="46814" cy="4470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3668983" y="3220932"/>
            <a:ext cx="46814" cy="44889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3709447" y="3213735"/>
            <a:ext cx="46814" cy="45069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3749911" y="3206538"/>
            <a:ext cx="46814" cy="4524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3790374" y="3199342"/>
            <a:ext cx="46814" cy="4542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3830838" y="3192145"/>
            <a:ext cx="46814" cy="456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3871301" y="3184948"/>
            <a:ext cx="46814" cy="45788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3911765" y="3177752"/>
            <a:ext cx="46814" cy="4596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3952229" y="3170555"/>
            <a:ext cx="46814" cy="46148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3992692" y="3163358"/>
            <a:ext cx="46814" cy="4632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4033156" y="3156162"/>
            <a:ext cx="46814" cy="4650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4073620" y="3148965"/>
            <a:ext cx="46814" cy="4668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4114083" y="3141768"/>
            <a:ext cx="46814" cy="46868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4154547" y="3134572"/>
            <a:ext cx="46814" cy="47048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4195010" y="3127375"/>
            <a:ext cx="46814" cy="4722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4235474" y="3120178"/>
            <a:ext cx="46814" cy="4740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4275938" y="3110283"/>
            <a:ext cx="46814" cy="4758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4316401" y="3097689"/>
            <a:ext cx="46814" cy="47767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4356865" y="3085095"/>
            <a:ext cx="46814" cy="4794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4397328" y="3072500"/>
            <a:ext cx="46814" cy="48127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4437792" y="3059906"/>
            <a:ext cx="46814" cy="48307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4478256" y="3047312"/>
            <a:ext cx="46814" cy="4848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4518719" y="3034718"/>
            <a:ext cx="46814" cy="4866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4559183" y="3022124"/>
            <a:ext cx="46814" cy="48847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4599646" y="3009530"/>
            <a:ext cx="46814" cy="4902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2" name="Shape 280"/>
          <p:cNvSpPr/>
          <p:nvPr/>
        </p:nvSpPr>
        <p:spPr>
          <a:xfrm>
            <a:off x="4640110" y="2996935"/>
            <a:ext cx="46814" cy="49207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3" name="Shape 281"/>
          <p:cNvSpPr/>
          <p:nvPr/>
        </p:nvSpPr>
        <p:spPr>
          <a:xfrm>
            <a:off x="4680574" y="2984341"/>
            <a:ext cx="46814" cy="4938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4" name="Shape 282"/>
          <p:cNvSpPr/>
          <p:nvPr/>
        </p:nvSpPr>
        <p:spPr>
          <a:xfrm>
            <a:off x="4721037" y="2971747"/>
            <a:ext cx="46814" cy="4956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5" name="Shape 283"/>
          <p:cNvSpPr/>
          <p:nvPr/>
        </p:nvSpPr>
        <p:spPr>
          <a:xfrm>
            <a:off x="4761501" y="2959153"/>
            <a:ext cx="46814" cy="4974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6" name="Shape 284"/>
          <p:cNvSpPr/>
          <p:nvPr/>
        </p:nvSpPr>
        <p:spPr>
          <a:xfrm>
            <a:off x="4801965" y="2946559"/>
            <a:ext cx="46814" cy="4992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7" name="Shape 285"/>
          <p:cNvSpPr/>
          <p:nvPr/>
        </p:nvSpPr>
        <p:spPr>
          <a:xfrm>
            <a:off x="4842428" y="2933965"/>
            <a:ext cx="46814" cy="50106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8" name="Shape 286"/>
          <p:cNvSpPr/>
          <p:nvPr/>
        </p:nvSpPr>
        <p:spPr>
          <a:xfrm>
            <a:off x="4882892" y="2921370"/>
            <a:ext cx="46814" cy="50286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9" name="Shape 287"/>
          <p:cNvSpPr/>
          <p:nvPr/>
        </p:nvSpPr>
        <p:spPr>
          <a:xfrm>
            <a:off x="4923355" y="2908776"/>
            <a:ext cx="46814" cy="50466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0" name="Shape 288"/>
          <p:cNvSpPr/>
          <p:nvPr/>
        </p:nvSpPr>
        <p:spPr>
          <a:xfrm>
            <a:off x="4963819" y="2896182"/>
            <a:ext cx="46814" cy="5064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1" name="Shape 289"/>
          <p:cNvSpPr/>
          <p:nvPr/>
        </p:nvSpPr>
        <p:spPr>
          <a:xfrm>
            <a:off x="5004283" y="2883588"/>
            <a:ext cx="46814" cy="5082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2" name="Shape 290"/>
          <p:cNvSpPr/>
          <p:nvPr/>
        </p:nvSpPr>
        <p:spPr>
          <a:xfrm>
            <a:off x="5044746" y="2870994"/>
            <a:ext cx="46814" cy="51006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3" name="Shape 291"/>
          <p:cNvSpPr/>
          <p:nvPr/>
        </p:nvSpPr>
        <p:spPr>
          <a:xfrm>
            <a:off x="5085210" y="2858400"/>
            <a:ext cx="46814" cy="51186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4" name="Shape 292"/>
          <p:cNvSpPr/>
          <p:nvPr/>
        </p:nvSpPr>
        <p:spPr>
          <a:xfrm>
            <a:off x="5125673" y="2845805"/>
            <a:ext cx="46814" cy="51366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5" name="Shape 293"/>
          <p:cNvSpPr/>
          <p:nvPr/>
        </p:nvSpPr>
        <p:spPr>
          <a:xfrm>
            <a:off x="5166137" y="2833211"/>
            <a:ext cx="46814" cy="5154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6" name="Shape 294"/>
          <p:cNvSpPr/>
          <p:nvPr/>
        </p:nvSpPr>
        <p:spPr>
          <a:xfrm>
            <a:off x="5206601" y="2820617"/>
            <a:ext cx="46814" cy="51726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7" name="Shape 295"/>
          <p:cNvSpPr/>
          <p:nvPr/>
        </p:nvSpPr>
        <p:spPr>
          <a:xfrm>
            <a:off x="5247064" y="2811621"/>
            <a:ext cx="46814" cy="51995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8" name="Shape 296"/>
          <p:cNvSpPr/>
          <p:nvPr/>
        </p:nvSpPr>
        <p:spPr>
          <a:xfrm>
            <a:off x="5287528" y="2806224"/>
            <a:ext cx="46814" cy="52355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9" name="Shape 297"/>
          <p:cNvSpPr/>
          <p:nvPr/>
        </p:nvSpPr>
        <p:spPr>
          <a:xfrm>
            <a:off x="5327991" y="2800826"/>
            <a:ext cx="46814" cy="52715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0" name="Shape 298"/>
          <p:cNvSpPr/>
          <p:nvPr/>
        </p:nvSpPr>
        <p:spPr>
          <a:xfrm>
            <a:off x="5368455" y="2795429"/>
            <a:ext cx="46814" cy="53075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1" name="Shape 299"/>
          <p:cNvSpPr/>
          <p:nvPr/>
        </p:nvSpPr>
        <p:spPr>
          <a:xfrm>
            <a:off x="5408919" y="2790031"/>
            <a:ext cx="46814" cy="5343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2" name="Shape 300"/>
          <p:cNvSpPr/>
          <p:nvPr/>
        </p:nvSpPr>
        <p:spPr>
          <a:xfrm>
            <a:off x="5449382" y="2784634"/>
            <a:ext cx="46814" cy="5379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3" name="Shape 301"/>
          <p:cNvSpPr/>
          <p:nvPr/>
        </p:nvSpPr>
        <p:spPr>
          <a:xfrm>
            <a:off x="5489846" y="2779236"/>
            <a:ext cx="46814" cy="54154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4" name="Shape 302"/>
          <p:cNvSpPr/>
          <p:nvPr/>
        </p:nvSpPr>
        <p:spPr>
          <a:xfrm>
            <a:off x="5530310" y="2773839"/>
            <a:ext cx="46814" cy="54514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5" name="Shape 303"/>
          <p:cNvSpPr/>
          <p:nvPr/>
        </p:nvSpPr>
        <p:spPr>
          <a:xfrm>
            <a:off x="5570773" y="2768441"/>
            <a:ext cx="46814" cy="54874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6" name="Shape 304"/>
          <p:cNvSpPr/>
          <p:nvPr/>
        </p:nvSpPr>
        <p:spPr>
          <a:xfrm>
            <a:off x="5611237" y="2763044"/>
            <a:ext cx="46814" cy="55234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7" name="Shape 305"/>
          <p:cNvSpPr/>
          <p:nvPr/>
        </p:nvSpPr>
        <p:spPr>
          <a:xfrm>
            <a:off x="5651700" y="2757646"/>
            <a:ext cx="46814" cy="55594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8" name="Shape 306"/>
          <p:cNvSpPr/>
          <p:nvPr/>
        </p:nvSpPr>
        <p:spPr>
          <a:xfrm>
            <a:off x="5692164" y="2752249"/>
            <a:ext cx="46814" cy="5595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9" name="Shape 307"/>
          <p:cNvSpPr/>
          <p:nvPr/>
        </p:nvSpPr>
        <p:spPr>
          <a:xfrm>
            <a:off x="5732628" y="2746851"/>
            <a:ext cx="46814" cy="5631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0" name="Shape 308"/>
          <p:cNvSpPr/>
          <p:nvPr/>
        </p:nvSpPr>
        <p:spPr>
          <a:xfrm>
            <a:off x="5773091" y="2741454"/>
            <a:ext cx="46814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1" name="Shape 309"/>
          <p:cNvSpPr/>
          <p:nvPr/>
        </p:nvSpPr>
        <p:spPr>
          <a:xfrm>
            <a:off x="5813555" y="2736056"/>
            <a:ext cx="46814" cy="5703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2" name="Shape 310"/>
          <p:cNvSpPr/>
          <p:nvPr/>
        </p:nvSpPr>
        <p:spPr>
          <a:xfrm>
            <a:off x="5854018" y="2730659"/>
            <a:ext cx="46814" cy="5739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3" name="Shape 311"/>
          <p:cNvSpPr/>
          <p:nvPr/>
        </p:nvSpPr>
        <p:spPr>
          <a:xfrm>
            <a:off x="5894482" y="2725261"/>
            <a:ext cx="46814" cy="5775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4" name="Shape 312"/>
          <p:cNvSpPr/>
          <p:nvPr/>
        </p:nvSpPr>
        <p:spPr>
          <a:xfrm>
            <a:off x="5934946" y="2719864"/>
            <a:ext cx="46814" cy="5811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5" name="Shape 313"/>
          <p:cNvSpPr/>
          <p:nvPr/>
        </p:nvSpPr>
        <p:spPr>
          <a:xfrm>
            <a:off x="5975409" y="2714466"/>
            <a:ext cx="46814" cy="5847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6" name="Shape 314"/>
          <p:cNvSpPr/>
          <p:nvPr/>
        </p:nvSpPr>
        <p:spPr>
          <a:xfrm>
            <a:off x="6015873" y="2709069"/>
            <a:ext cx="46814" cy="5883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7" name="Shape 315"/>
          <p:cNvSpPr/>
          <p:nvPr/>
        </p:nvSpPr>
        <p:spPr>
          <a:xfrm>
            <a:off x="6056336" y="2703671"/>
            <a:ext cx="46814" cy="5919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8" name="Shape 316"/>
          <p:cNvSpPr/>
          <p:nvPr/>
        </p:nvSpPr>
        <p:spPr>
          <a:xfrm>
            <a:off x="6096800" y="2698274"/>
            <a:ext cx="46814" cy="5955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19" name="Shape 317"/>
          <p:cNvSpPr/>
          <p:nvPr/>
        </p:nvSpPr>
        <p:spPr>
          <a:xfrm>
            <a:off x="6137264" y="2692876"/>
            <a:ext cx="46814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0" name="Shape 318"/>
          <p:cNvSpPr/>
          <p:nvPr/>
        </p:nvSpPr>
        <p:spPr>
          <a:xfrm>
            <a:off x="6177727" y="2687479"/>
            <a:ext cx="46814" cy="6027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1" name="Shape 319"/>
          <p:cNvSpPr/>
          <p:nvPr/>
        </p:nvSpPr>
        <p:spPr>
          <a:xfrm>
            <a:off x="6218191" y="2679382"/>
            <a:ext cx="46814" cy="60362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2" name="Shape 320"/>
          <p:cNvSpPr/>
          <p:nvPr/>
        </p:nvSpPr>
        <p:spPr>
          <a:xfrm>
            <a:off x="6258655" y="2668587"/>
            <a:ext cx="46814" cy="6018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3" name="Shape 321"/>
          <p:cNvSpPr/>
          <p:nvPr/>
        </p:nvSpPr>
        <p:spPr>
          <a:xfrm>
            <a:off x="6299118" y="2657792"/>
            <a:ext cx="46814" cy="60002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4" name="Shape 322"/>
          <p:cNvSpPr/>
          <p:nvPr/>
        </p:nvSpPr>
        <p:spPr>
          <a:xfrm>
            <a:off x="6339582" y="2646998"/>
            <a:ext cx="46814" cy="5982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5" name="Shape 323"/>
          <p:cNvSpPr/>
          <p:nvPr/>
        </p:nvSpPr>
        <p:spPr>
          <a:xfrm>
            <a:off x="6380045" y="2636202"/>
            <a:ext cx="46814" cy="5964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6" name="Shape 324"/>
          <p:cNvSpPr/>
          <p:nvPr/>
        </p:nvSpPr>
        <p:spPr>
          <a:xfrm>
            <a:off x="6420509" y="2625407"/>
            <a:ext cx="46814" cy="5946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7" name="Shape 325"/>
          <p:cNvSpPr/>
          <p:nvPr/>
        </p:nvSpPr>
        <p:spPr>
          <a:xfrm>
            <a:off x="6460973" y="2614612"/>
            <a:ext cx="46814" cy="5928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8" name="Shape 326"/>
          <p:cNvSpPr/>
          <p:nvPr/>
        </p:nvSpPr>
        <p:spPr>
          <a:xfrm>
            <a:off x="6501436" y="2603817"/>
            <a:ext cx="46814" cy="5910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29" name="Shape 327"/>
          <p:cNvSpPr/>
          <p:nvPr/>
        </p:nvSpPr>
        <p:spPr>
          <a:xfrm>
            <a:off x="6541900" y="2593023"/>
            <a:ext cx="46814" cy="5892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0" name="Shape 328"/>
          <p:cNvSpPr/>
          <p:nvPr/>
        </p:nvSpPr>
        <p:spPr>
          <a:xfrm>
            <a:off x="6582363" y="2582227"/>
            <a:ext cx="46814" cy="5874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1" name="Shape 329"/>
          <p:cNvSpPr/>
          <p:nvPr/>
        </p:nvSpPr>
        <p:spPr>
          <a:xfrm>
            <a:off x="6622827" y="2571432"/>
            <a:ext cx="46814" cy="5856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2" name="Shape 330"/>
          <p:cNvSpPr/>
          <p:nvPr/>
        </p:nvSpPr>
        <p:spPr>
          <a:xfrm>
            <a:off x="6663291" y="2560637"/>
            <a:ext cx="46814" cy="58383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3" name="Shape 331"/>
          <p:cNvSpPr/>
          <p:nvPr/>
        </p:nvSpPr>
        <p:spPr>
          <a:xfrm>
            <a:off x="6703754" y="2549842"/>
            <a:ext cx="46814" cy="58203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4" name="Shape 332"/>
          <p:cNvSpPr/>
          <p:nvPr/>
        </p:nvSpPr>
        <p:spPr>
          <a:xfrm>
            <a:off x="6744218" y="2539047"/>
            <a:ext cx="46814" cy="5802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5" name="Shape 333"/>
          <p:cNvSpPr/>
          <p:nvPr/>
        </p:nvSpPr>
        <p:spPr>
          <a:xfrm>
            <a:off x="6784681" y="2528252"/>
            <a:ext cx="46814" cy="57843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6" name="Shape 334"/>
          <p:cNvSpPr/>
          <p:nvPr/>
        </p:nvSpPr>
        <p:spPr>
          <a:xfrm>
            <a:off x="6825145" y="2517458"/>
            <a:ext cx="46814" cy="5766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7" name="Shape 335"/>
          <p:cNvSpPr/>
          <p:nvPr/>
        </p:nvSpPr>
        <p:spPr>
          <a:xfrm>
            <a:off x="6865609" y="2506663"/>
            <a:ext cx="46814" cy="5748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8" name="Shape 336"/>
          <p:cNvSpPr/>
          <p:nvPr/>
        </p:nvSpPr>
        <p:spPr>
          <a:xfrm>
            <a:off x="6906072" y="2495867"/>
            <a:ext cx="46814" cy="5730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9" name="Shape 337"/>
          <p:cNvSpPr/>
          <p:nvPr/>
        </p:nvSpPr>
        <p:spPr>
          <a:xfrm>
            <a:off x="6946536" y="2485073"/>
            <a:ext cx="46814" cy="5712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0" name="Shape 338"/>
          <p:cNvSpPr/>
          <p:nvPr/>
        </p:nvSpPr>
        <p:spPr>
          <a:xfrm>
            <a:off x="6987000" y="2474277"/>
            <a:ext cx="46814" cy="5694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1" name="Shape 339"/>
          <p:cNvSpPr/>
          <p:nvPr/>
        </p:nvSpPr>
        <p:spPr>
          <a:xfrm>
            <a:off x="7027463" y="2463483"/>
            <a:ext cx="46814" cy="5676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2" name="Shape 340"/>
          <p:cNvSpPr/>
          <p:nvPr/>
        </p:nvSpPr>
        <p:spPr>
          <a:xfrm>
            <a:off x="7067927" y="2452688"/>
            <a:ext cx="46814" cy="56583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3" name="Shape 341"/>
          <p:cNvSpPr/>
          <p:nvPr/>
        </p:nvSpPr>
        <p:spPr>
          <a:xfrm>
            <a:off x="7108390" y="2441893"/>
            <a:ext cx="46814" cy="5640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4" name="Shape 342"/>
          <p:cNvSpPr/>
          <p:nvPr/>
        </p:nvSpPr>
        <p:spPr>
          <a:xfrm>
            <a:off x="7148854" y="2431097"/>
            <a:ext cx="46814" cy="56224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5" name="Shape 343"/>
          <p:cNvSpPr/>
          <p:nvPr/>
        </p:nvSpPr>
        <p:spPr>
          <a:xfrm>
            <a:off x="7189318" y="2418503"/>
            <a:ext cx="46814" cy="5631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6" name="Shape 344"/>
          <p:cNvSpPr/>
          <p:nvPr/>
        </p:nvSpPr>
        <p:spPr>
          <a:xfrm>
            <a:off x="7229781" y="2404110"/>
            <a:ext cx="46814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7" name="Shape 345"/>
          <p:cNvSpPr/>
          <p:nvPr/>
        </p:nvSpPr>
        <p:spPr>
          <a:xfrm>
            <a:off x="7270245" y="2389717"/>
            <a:ext cx="46814" cy="57033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8" name="Shape 346"/>
          <p:cNvSpPr/>
          <p:nvPr/>
        </p:nvSpPr>
        <p:spPr>
          <a:xfrm>
            <a:off x="7310708" y="2375323"/>
            <a:ext cx="46814" cy="5739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49" name="Shape 347"/>
          <p:cNvSpPr/>
          <p:nvPr/>
        </p:nvSpPr>
        <p:spPr>
          <a:xfrm>
            <a:off x="7351172" y="2360930"/>
            <a:ext cx="46814" cy="57753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0" name="Shape 348"/>
          <p:cNvSpPr/>
          <p:nvPr/>
        </p:nvSpPr>
        <p:spPr>
          <a:xfrm>
            <a:off x="7391636" y="2346537"/>
            <a:ext cx="46814" cy="5811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1" name="Shape 349"/>
          <p:cNvSpPr/>
          <p:nvPr/>
        </p:nvSpPr>
        <p:spPr>
          <a:xfrm>
            <a:off x="7432099" y="2332143"/>
            <a:ext cx="46814" cy="5847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2" name="Shape 350"/>
          <p:cNvSpPr/>
          <p:nvPr/>
        </p:nvSpPr>
        <p:spPr>
          <a:xfrm>
            <a:off x="7472563" y="2317750"/>
            <a:ext cx="46814" cy="5883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3" name="Shape 351"/>
          <p:cNvSpPr/>
          <p:nvPr/>
        </p:nvSpPr>
        <p:spPr>
          <a:xfrm>
            <a:off x="7513026" y="2303357"/>
            <a:ext cx="46814" cy="5919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4" name="Shape 352"/>
          <p:cNvSpPr/>
          <p:nvPr/>
        </p:nvSpPr>
        <p:spPr>
          <a:xfrm>
            <a:off x="7553490" y="2288963"/>
            <a:ext cx="46814" cy="5955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5" name="Shape 353"/>
          <p:cNvSpPr/>
          <p:nvPr/>
        </p:nvSpPr>
        <p:spPr>
          <a:xfrm>
            <a:off x="7593954" y="2274570"/>
            <a:ext cx="46814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6" name="Shape 354"/>
          <p:cNvSpPr/>
          <p:nvPr/>
        </p:nvSpPr>
        <p:spPr>
          <a:xfrm>
            <a:off x="7634417" y="2260177"/>
            <a:ext cx="46814" cy="6027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7" name="Shape 355"/>
          <p:cNvSpPr/>
          <p:nvPr/>
        </p:nvSpPr>
        <p:spPr>
          <a:xfrm>
            <a:off x="7674881" y="2245783"/>
            <a:ext cx="46814" cy="6063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8" name="Shape 356"/>
          <p:cNvSpPr/>
          <p:nvPr/>
        </p:nvSpPr>
        <p:spPr>
          <a:xfrm>
            <a:off x="7715345" y="2231390"/>
            <a:ext cx="46814" cy="6099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9" name="Shape 357"/>
          <p:cNvSpPr/>
          <p:nvPr/>
        </p:nvSpPr>
        <p:spPr>
          <a:xfrm>
            <a:off x="7755808" y="2216997"/>
            <a:ext cx="46814" cy="613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0" name="Shape 358"/>
          <p:cNvSpPr/>
          <p:nvPr/>
        </p:nvSpPr>
        <p:spPr>
          <a:xfrm>
            <a:off x="7796272" y="2202603"/>
            <a:ext cx="46814" cy="61711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1" name="Shape 359"/>
          <p:cNvSpPr/>
          <p:nvPr/>
        </p:nvSpPr>
        <p:spPr>
          <a:xfrm>
            <a:off x="7836735" y="2188210"/>
            <a:ext cx="46814" cy="62071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2" name="Shape 360"/>
          <p:cNvSpPr/>
          <p:nvPr/>
        </p:nvSpPr>
        <p:spPr>
          <a:xfrm>
            <a:off x="7877199" y="2173817"/>
            <a:ext cx="46814" cy="62431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3" name="Shape 361"/>
          <p:cNvSpPr/>
          <p:nvPr/>
        </p:nvSpPr>
        <p:spPr>
          <a:xfrm>
            <a:off x="7917663" y="2159423"/>
            <a:ext cx="46814" cy="6279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4" name="Shape 362"/>
          <p:cNvSpPr/>
          <p:nvPr/>
        </p:nvSpPr>
        <p:spPr>
          <a:xfrm>
            <a:off x="7958126" y="2145030"/>
            <a:ext cx="46814" cy="6315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5" name="Shape 363"/>
          <p:cNvSpPr/>
          <p:nvPr/>
        </p:nvSpPr>
        <p:spPr>
          <a:xfrm>
            <a:off x="7998590" y="2130637"/>
            <a:ext cx="46814" cy="63510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6" name="Shape 364"/>
          <p:cNvSpPr/>
          <p:nvPr/>
        </p:nvSpPr>
        <p:spPr>
          <a:xfrm>
            <a:off x="8039053" y="2116243"/>
            <a:ext cx="46814" cy="63870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7" name="Shape 365"/>
          <p:cNvSpPr/>
          <p:nvPr/>
        </p:nvSpPr>
        <p:spPr>
          <a:xfrm>
            <a:off x="8079517" y="2101850"/>
            <a:ext cx="46814" cy="64230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8" name="Shape 366"/>
          <p:cNvSpPr/>
          <p:nvPr/>
        </p:nvSpPr>
        <p:spPr>
          <a:xfrm>
            <a:off x="8119981" y="2087457"/>
            <a:ext cx="46814" cy="64590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69" name="Shape 367"/>
          <p:cNvSpPr/>
          <p:nvPr/>
        </p:nvSpPr>
        <p:spPr>
          <a:xfrm>
            <a:off x="2819248" y="5232400"/>
            <a:ext cx="5826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70" name="Text 368"/>
          <p:cNvSpPr/>
          <p:nvPr/>
        </p:nvSpPr>
        <p:spPr>
          <a:xfrm>
            <a:off x="8696808" y="231838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371" name="Text 369"/>
          <p:cNvSpPr/>
          <p:nvPr/>
        </p:nvSpPr>
        <p:spPr>
          <a:xfrm>
            <a:off x="8696808" y="303085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72" name="Text 370"/>
          <p:cNvSpPr/>
          <p:nvPr/>
        </p:nvSpPr>
        <p:spPr>
          <a:xfrm>
            <a:off x="8696808" y="428307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1000" dirty="0"/>
          </a:p>
        </p:txBody>
      </p:sp>
      <p:sp>
        <p:nvSpPr>
          <p:cNvPr id="373" name="Text 371"/>
          <p:cNvSpPr/>
          <p:nvPr/>
        </p:nvSpPr>
        <p:spPr>
          <a:xfrm>
            <a:off x="8671408" y="5143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74" name="Text 372"/>
          <p:cNvSpPr/>
          <p:nvPr/>
        </p:nvSpPr>
        <p:spPr>
          <a:xfrm>
            <a:off x="8671408" y="3992033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75" name="Text 373"/>
          <p:cNvSpPr/>
          <p:nvPr/>
        </p:nvSpPr>
        <p:spPr>
          <a:xfrm>
            <a:off x="8671408" y="2840567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76" name="Text 374"/>
          <p:cNvSpPr/>
          <p:nvPr/>
        </p:nvSpPr>
        <p:spPr>
          <a:xfrm>
            <a:off x="8671408" y="1689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77" name="Shape 375"/>
          <p:cNvSpPr/>
          <p:nvPr/>
        </p:nvSpPr>
        <p:spPr>
          <a:xfrm>
            <a:off x="3274331" y="266869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8" name="Text 376"/>
          <p:cNvSpPr/>
          <p:nvPr/>
        </p:nvSpPr>
        <p:spPr>
          <a:xfrm>
            <a:off x="2923811" y="24896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79" name="Shape 377"/>
          <p:cNvSpPr/>
          <p:nvPr/>
        </p:nvSpPr>
        <p:spPr>
          <a:xfrm flipV="1">
            <a:off x="3304811" y="246888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4245458" y="243840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1" name="Text 379"/>
          <p:cNvSpPr/>
          <p:nvPr/>
        </p:nvSpPr>
        <p:spPr>
          <a:xfrm>
            <a:off x="3894938" y="22593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382" name="Shape 380"/>
          <p:cNvSpPr/>
          <p:nvPr/>
        </p:nvSpPr>
        <p:spPr>
          <a:xfrm flipV="1">
            <a:off x="4275938" y="2238587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5216584" y="2208107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4" name="Text 382"/>
          <p:cNvSpPr/>
          <p:nvPr/>
        </p:nvSpPr>
        <p:spPr>
          <a:xfrm>
            <a:off x="4866064" y="20290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385" name="Shape 383"/>
          <p:cNvSpPr/>
          <p:nvPr/>
        </p:nvSpPr>
        <p:spPr>
          <a:xfrm>
            <a:off x="5247064" y="2238587"/>
            <a:ext cx="971127" cy="115147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6187711" y="232325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7" name="Text 385"/>
          <p:cNvSpPr/>
          <p:nvPr/>
        </p:nvSpPr>
        <p:spPr>
          <a:xfrm>
            <a:off x="5837191" y="2144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88" name="Shape 386"/>
          <p:cNvSpPr/>
          <p:nvPr/>
        </p:nvSpPr>
        <p:spPr>
          <a:xfrm flipV="1">
            <a:off x="6218191" y="2008293"/>
            <a:ext cx="971127" cy="345440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7158838" y="197781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0" name="Text 388"/>
          <p:cNvSpPr/>
          <p:nvPr/>
        </p:nvSpPr>
        <p:spPr>
          <a:xfrm>
            <a:off x="6808318" y="179874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391" name="Shape 389"/>
          <p:cNvSpPr/>
          <p:nvPr/>
        </p:nvSpPr>
        <p:spPr>
          <a:xfrm flipV="1">
            <a:off x="7189318" y="177800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8129964" y="174752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3" name="Text 391"/>
          <p:cNvSpPr/>
          <p:nvPr/>
        </p:nvSpPr>
        <p:spPr>
          <a:xfrm>
            <a:off x="7779444" y="1568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394" name="Text 392"/>
          <p:cNvSpPr/>
          <p:nvPr/>
        </p:nvSpPr>
        <p:spPr>
          <a:xfrm>
            <a:off x="8696808" y="150495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109</Slides>
  <Notes>109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109</vt:i4>
      </vt:variant>
    </vt:vector>
  </HeadingPairs>
  <TitlesOfParts>
    <vt:vector size="1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2026-07-05T19:40:55Z</dcterms:created>
  <dcterms:modified xsi:type="dcterms:W3CDTF">2026-07-05T19:40:55Z</dcterms:modified>
</cp:coreProperties>
</file>