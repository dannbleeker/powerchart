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0879" y="1828800"/>
              <a:ext cx="369094" cy="369094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0879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88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0879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9094" cy="369094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88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12566" y="1828800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12566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12566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88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88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08348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88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08348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88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10035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0879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88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0879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88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0879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0879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12566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88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12566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88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88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88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88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88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88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88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88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88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88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88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08348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88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88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10035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88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88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88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88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88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07504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171004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34504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298004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361504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25004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488504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52004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15504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679004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42504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06004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869504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33004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996504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60004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23504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187004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50504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14004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377504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41004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04504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568004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07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869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58504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898204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88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88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5441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115941" y="241419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0750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88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0750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88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88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88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88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31425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88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31425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88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88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88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88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88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88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88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88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88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88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88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06660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88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06660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88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88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88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88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88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88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88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88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913410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88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913410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09191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88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09191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88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88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12566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88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12566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88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88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12566" y="4660503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88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12566" y="481925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06660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770160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33660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897160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960660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24160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087660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51160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14660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278160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41660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05160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468660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32160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595660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659160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22660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786160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49660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13160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976660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40160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03660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167160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06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468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357660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497360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2400" cy="3797300"/>
            <a:chOff x="3047848" y="1524000"/>
            <a:chExt cx="6502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1184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184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184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1184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91184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1184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9143848" y="2149856"/>
              <a:ext cx="457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6350"/>
            <a:chOff x="3047848" y="1524000"/>
            <a:chExt cx="6096000" cy="38163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52384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22386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427586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97588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708240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78243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87804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57806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67368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637370" y="228355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637370" y="244230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3194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01950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01950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1151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08151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9107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6107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70639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40641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50203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20205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29767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999769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9331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9333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9333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6845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38461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38461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4802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91802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42758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9758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87173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41732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5129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2129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3085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00860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10421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80423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89985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59987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9549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9551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9551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49113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19115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2867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98679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98679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0824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78243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78243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8780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5780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152384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22386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22386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3194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01950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1151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08151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591076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61078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61078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70639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4064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50203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20205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29767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5999769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9331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9333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88895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58897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6845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3846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4802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91802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51294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21296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21296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3085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00860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10421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80423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89985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59987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9549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9551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49113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19115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19115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2867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98679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98679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591076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61078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61078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70639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40641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50203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20205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29767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5999769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9331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9333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9333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88895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58897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392166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362168" y="455598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49113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19115" y="462114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19115" y="477989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22386" y="50673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185886" y="50673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249386" y="50673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12886" y="50673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376386" y="50673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39886" y="50673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03386" y="50673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566886" y="50673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30386" y="50673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693886" y="50673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757386" y="50673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20886" y="50673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884386" y="50673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3947886" y="50673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11386" y="50673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074886" y="50673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38386" y="50673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01886" y="50673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265386" y="50673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28886" y="50673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392386" y="50673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455886" y="50673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19386" y="50673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582886" y="50673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22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884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773386" y="50673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13086" y="50419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7450"/>
            <a:chOff x="3047848" y="1524000"/>
            <a:chExt cx="6096000" cy="37274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48104" y="2909461"/>
              <a:ext cx="65623" cy="384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20077" y="2901771"/>
              <a:ext cx="65623" cy="4613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92051" y="2897927"/>
              <a:ext cx="65623" cy="499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64024" y="2886393"/>
              <a:ext cx="65623" cy="61516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0750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0834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919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10035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0879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12566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54854" y="2878703"/>
              <a:ext cx="65623" cy="692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26827" y="2871014"/>
              <a:ext cx="65623" cy="768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98801" y="2863324"/>
              <a:ext cx="65623" cy="845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70774" y="2847945"/>
              <a:ext cx="65623" cy="9996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31425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71509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11594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0750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0834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10035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0879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2323" y="3302615"/>
              <a:ext cx="65623" cy="4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4296" y="3294926"/>
              <a:ext cx="65623" cy="538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6269" y="3291081"/>
              <a:ext cx="65623" cy="576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8243" y="3279547"/>
              <a:ext cx="65623" cy="6920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12566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913410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31425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71509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47260" y="3634254"/>
              <a:ext cx="65623" cy="1153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19234" y="3615030"/>
              <a:ext cx="65623" cy="134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891207" y="3595807"/>
              <a:ext cx="65623" cy="1537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963180" y="3565049"/>
              <a:ext cx="65623" cy="18454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0666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0750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0834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09191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0879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12566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91341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31425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71509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08348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09191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10035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0879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12566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913410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49792" y="4474389"/>
              <a:ext cx="65623" cy="768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21765" y="4455165"/>
              <a:ext cx="65623" cy="961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093738" y="4443631"/>
              <a:ext cx="65623" cy="10765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65712" y="4428252"/>
              <a:ext cx="65623" cy="123031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09191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10035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0879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12566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913410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06660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53167" y="4894456"/>
              <a:ext cx="65623" cy="576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25140" y="4886767"/>
              <a:ext cx="65623" cy="653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97113" y="4879077"/>
              <a:ext cx="65623" cy="730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69087" y="4867543"/>
              <a:ext cx="65623" cy="84584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12566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06660" y="51117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3366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23220" y="51117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5022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39780" y="51117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66678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4956340" y="51117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08334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3195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2026-08-12T20:19:41Z</dcterms:created>
  <dcterms:modified xsi:type="dcterms:W3CDTF">2026-08-12T20:19:41Z</dcterms:modified>
</cp:coreProperties>
</file>