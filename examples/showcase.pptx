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notesMasterIdLst>
    <p:notesMasterId r:id="rId1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notesMaster" Target="notesMasters/notesMaster1.xml"/><Relationship Id="rId120" Type="http://schemas.openxmlformats.org/officeDocument/2006/relationships/presProps" Target="presProps.xml"/><Relationship Id="rId121" Type="http://schemas.openxmlformats.org/officeDocument/2006/relationships/viewProps" Target="viewProps.xml"/><Relationship Id="rId122" Type="http://schemas.openxmlformats.org/officeDocument/2006/relationships/theme" Target="theme/theme1.xml"/><Relationship Id="rId1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403350" y="0"/>
                </a:moveTo>
                <a:lnTo>
                  <a:pt x="1547952" y="7470"/>
                </a:lnTo>
                <a:lnTo>
                  <a:pt x="1691015" y="29800"/>
                </a:lnTo>
                <a:lnTo>
                  <a:pt x="1831015" y="66752"/>
                </a:lnTo>
                <a:lnTo>
                  <a:pt x="1966462" y="117933"/>
                </a:lnTo>
                <a:lnTo>
                  <a:pt x="2095915" y="182799"/>
                </a:lnTo>
                <a:lnTo>
                  <a:pt x="2217995" y="260658"/>
                </a:lnTo>
                <a:lnTo>
                  <a:pt x="2331402" y="350682"/>
                </a:lnTo>
                <a:lnTo>
                  <a:pt x="2434930" y="451912"/>
                </a:lnTo>
                <a:lnTo>
                  <a:pt x="2527475" y="563271"/>
                </a:lnTo>
                <a:lnTo>
                  <a:pt x="2608054" y="683573"/>
                </a:lnTo>
                <a:lnTo>
                  <a:pt x="2675808" y="811537"/>
                </a:lnTo>
                <a:lnTo>
                  <a:pt x="2730015" y="945802"/>
                </a:lnTo>
                <a:lnTo>
                  <a:pt x="2770100" y="1084938"/>
                </a:lnTo>
                <a:lnTo>
                  <a:pt x="2795634" y="1227464"/>
                </a:lnTo>
                <a:lnTo>
                  <a:pt x="2806347" y="1371862"/>
                </a:lnTo>
                <a:lnTo>
                  <a:pt x="2802123" y="1516595"/>
                </a:lnTo>
                <a:lnTo>
                  <a:pt x="2783009" y="1660122"/>
                </a:lnTo>
                <a:lnTo>
                  <a:pt x="2749207" y="1800916"/>
                </a:lnTo>
                <a:lnTo>
                  <a:pt x="2701078" y="1937478"/>
                </a:lnTo>
                <a:lnTo>
                  <a:pt x="2639134" y="2068354"/>
                </a:lnTo>
                <a:lnTo>
                  <a:pt x="2564034" y="2192150"/>
                </a:lnTo>
                <a:lnTo>
                  <a:pt x="2476577" y="2307549"/>
                </a:lnTo>
                <a:lnTo>
                  <a:pt x="2377695" y="2413322"/>
                </a:lnTo>
                <a:lnTo>
                  <a:pt x="2268441" y="2508343"/>
                </a:lnTo>
                <a:lnTo>
                  <a:pt x="2149977" y="2591600"/>
                </a:lnTo>
                <a:lnTo>
                  <a:pt x="2023565" y="2662208"/>
                </a:lnTo>
                <a:lnTo>
                  <a:pt x="1890550" y="2719415"/>
                </a:lnTo>
                <a:lnTo>
                  <a:pt x="1752349" y="2762611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752349" y="2762611"/>
                </a:moveTo>
                <a:lnTo>
                  <a:pt x="1610066" y="2791392"/>
                </a:lnTo>
                <a:lnTo>
                  <a:pt x="1465571" y="2805320"/>
                </a:lnTo>
                <a:lnTo>
                  <a:pt x="1320410" y="2804247"/>
                </a:lnTo>
                <a:lnTo>
                  <a:pt x="1176137" y="2788184"/>
                </a:lnTo>
                <a:lnTo>
                  <a:pt x="1034295" y="2757303"/>
                </a:lnTo>
                <a:lnTo>
                  <a:pt x="896402" y="2711935"/>
                </a:lnTo>
                <a:lnTo>
                  <a:pt x="763933" y="2652564"/>
                </a:lnTo>
                <a:lnTo>
                  <a:pt x="638306" y="2579827"/>
                </a:lnTo>
                <a:lnTo>
                  <a:pt x="520865" y="2494502"/>
                </a:lnTo>
                <a:lnTo>
                  <a:pt x="412867" y="2397500"/>
                </a:lnTo>
                <a:lnTo>
                  <a:pt x="315468" y="2289862"/>
                </a:lnTo>
                <a:lnTo>
                  <a:pt x="229708" y="2172737"/>
                </a:lnTo>
                <a:lnTo>
                  <a:pt x="156507" y="2047380"/>
                </a:lnTo>
                <a:lnTo>
                  <a:pt x="96648" y="1915132"/>
                </a:lnTo>
                <a:lnTo>
                  <a:pt x="50770" y="1777407"/>
                </a:lnTo>
                <a:lnTo>
                  <a:pt x="19365" y="1635680"/>
                </a:lnTo>
                <a:lnTo>
                  <a:pt x="2769" y="1491467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2769" y="1491467"/>
                </a:moveTo>
                <a:lnTo>
                  <a:pt x="1122" y="1347254"/>
                </a:lnTo>
                <a:lnTo>
                  <a:pt x="14284" y="1203632"/>
                </a:lnTo>
                <a:lnTo>
                  <a:pt x="42118" y="1062121"/>
                </a:lnTo>
                <a:lnTo>
                  <a:pt x="84328" y="924213"/>
                </a:lnTo>
                <a:lnTo>
                  <a:pt x="140470" y="791366"/>
                </a:lnTo>
                <a:lnTo>
                  <a:pt x="209950" y="664982"/>
                </a:lnTo>
                <a:lnTo>
                  <a:pt x="292034" y="546397"/>
                </a:lnTo>
                <a:lnTo>
                  <a:pt x="385856" y="436863"/>
                </a:lnTo>
                <a:lnTo>
                  <a:pt x="490424" y="337537"/>
                </a:lnTo>
                <a:lnTo>
                  <a:pt x="604635" y="249467"/>
                </a:lnTo>
                <a:lnTo>
                  <a:pt x="727281" y="173585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727281" y="173585"/>
                </a:moveTo>
                <a:lnTo>
                  <a:pt x="854116" y="111943"/>
                </a:lnTo>
                <a:lnTo>
                  <a:pt x="986497" y="63341"/>
                </a:lnTo>
                <a:lnTo>
                  <a:pt x="1123087" y="28270"/>
                </a:lnTo>
                <a:lnTo>
                  <a:pt x="1262507" y="7085"/>
                </a:lnTo>
                <a:lnTo>
                  <a:pt x="1403350" y="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2322993"/>
                </a:moveTo>
                <a:lnTo>
                  <a:pt x="2550291" y="2442005"/>
                </a:lnTo>
                <a:lnTo>
                  <a:pt x="2442005" y="2550291"/>
                </a:lnTo>
                <a:lnTo>
                  <a:pt x="2322993" y="2646664"/>
                </a:lnTo>
                <a:lnTo>
                  <a:pt x="2194560" y="2730070"/>
                </a:lnTo>
                <a:lnTo>
                  <a:pt x="2058112" y="2799594"/>
                </a:lnTo>
                <a:lnTo>
                  <a:pt x="1915144" y="2854474"/>
                </a:lnTo>
                <a:lnTo>
                  <a:pt x="1767223" y="2894109"/>
                </a:lnTo>
                <a:lnTo>
                  <a:pt x="1615969" y="2918065"/>
                </a:lnTo>
                <a:lnTo>
                  <a:pt x="1463040" y="2926080"/>
                </a:lnTo>
                <a:lnTo>
                  <a:pt x="1310111" y="2918065"/>
                </a:lnTo>
                <a:lnTo>
                  <a:pt x="1158857" y="2894109"/>
                </a:lnTo>
                <a:lnTo>
                  <a:pt x="1010936" y="2854474"/>
                </a:lnTo>
                <a:lnTo>
                  <a:pt x="867968" y="2799594"/>
                </a:lnTo>
                <a:lnTo>
                  <a:pt x="731520" y="2730070"/>
                </a:lnTo>
                <a:lnTo>
                  <a:pt x="603087" y="2646664"/>
                </a:lnTo>
                <a:lnTo>
                  <a:pt x="484075" y="2550291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484075" y="2550291"/>
                </a:moveTo>
                <a:lnTo>
                  <a:pt x="375789" y="2442005"/>
                </a:lnTo>
                <a:lnTo>
                  <a:pt x="279416" y="2322993"/>
                </a:lnTo>
                <a:lnTo>
                  <a:pt x="196010" y="2194560"/>
                </a:lnTo>
                <a:lnTo>
                  <a:pt x="126486" y="2058112"/>
                </a:lnTo>
                <a:lnTo>
                  <a:pt x="71606" y="1915144"/>
                </a:lnTo>
                <a:lnTo>
                  <a:pt x="31971" y="1767223"/>
                </a:lnTo>
                <a:lnTo>
                  <a:pt x="8015" y="1615969"/>
                </a:lnTo>
                <a:lnTo>
                  <a:pt x="0" y="1463040"/>
                </a:lnTo>
                <a:lnTo>
                  <a:pt x="8015" y="1310111"/>
                </a:lnTo>
                <a:lnTo>
                  <a:pt x="31971" y="1158857"/>
                </a:lnTo>
                <a:lnTo>
                  <a:pt x="71606" y="1010936"/>
                </a:lnTo>
                <a:lnTo>
                  <a:pt x="126486" y="867968"/>
                </a:lnTo>
                <a:lnTo>
                  <a:pt x="196010" y="731520"/>
                </a:lnTo>
                <a:lnTo>
                  <a:pt x="279416" y="603087"/>
                </a:lnTo>
                <a:lnTo>
                  <a:pt x="375789" y="484075"/>
                </a:lnTo>
                <a:lnTo>
                  <a:pt x="484075" y="375789"/>
                </a:lnTo>
                <a:lnTo>
                  <a:pt x="603087" y="279416"/>
                </a:lnTo>
                <a:lnTo>
                  <a:pt x="731520" y="196010"/>
                </a:lnTo>
                <a:lnTo>
                  <a:pt x="867968" y="126486"/>
                </a:lnTo>
                <a:lnTo>
                  <a:pt x="1010936" y="71606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1010936" y="71606"/>
                </a:moveTo>
                <a:lnTo>
                  <a:pt x="1158857" y="31971"/>
                </a:lnTo>
                <a:lnTo>
                  <a:pt x="1310111" y="8015"/>
                </a:lnTo>
                <a:lnTo>
                  <a:pt x="1463040" y="0"/>
                </a:lnTo>
                <a:lnTo>
                  <a:pt x="1615969" y="8015"/>
                </a:lnTo>
                <a:lnTo>
                  <a:pt x="1767223" y="31971"/>
                </a:lnTo>
                <a:lnTo>
                  <a:pt x="1915144" y="71606"/>
                </a:lnTo>
                <a:lnTo>
                  <a:pt x="2058112" y="126486"/>
                </a:lnTo>
                <a:lnTo>
                  <a:pt x="2194560" y="196010"/>
                </a:lnTo>
                <a:lnTo>
                  <a:pt x="2322993" y="279416"/>
                </a:lnTo>
                <a:lnTo>
                  <a:pt x="2442005" y="375789"/>
                </a:lnTo>
                <a:lnTo>
                  <a:pt x="2550291" y="484075"/>
                </a:lnTo>
                <a:lnTo>
                  <a:pt x="2646664" y="603087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603087"/>
                </a:moveTo>
                <a:lnTo>
                  <a:pt x="2730070" y="731520"/>
                </a:lnTo>
                <a:lnTo>
                  <a:pt x="2799594" y="867968"/>
                </a:lnTo>
                <a:lnTo>
                  <a:pt x="2854474" y="1010936"/>
                </a:lnTo>
                <a:lnTo>
                  <a:pt x="2894109" y="1158857"/>
                </a:lnTo>
                <a:lnTo>
                  <a:pt x="2918065" y="1310111"/>
                </a:lnTo>
                <a:lnTo>
                  <a:pt x="2926080" y="1463040"/>
                </a:lnTo>
                <a:lnTo>
                  <a:pt x="2918065" y="1615969"/>
                </a:lnTo>
                <a:lnTo>
                  <a:pt x="2894109" y="1767223"/>
                </a:lnTo>
                <a:lnTo>
                  <a:pt x="2854474" y="1915144"/>
                </a:lnTo>
                <a:lnTo>
                  <a:pt x="2799594" y="2058112"/>
                </a:lnTo>
                <a:lnTo>
                  <a:pt x="2730070" y="2194560"/>
                </a:lnTo>
                <a:lnTo>
                  <a:pt x="2646664" y="2322993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custGeom>
            <a:avLst/>
            <a:gdLst/>
            <a:ahLst/>
            <a:cxnLst/>
            <a:rect l="l" t="t" r="r" b="b"/>
            <a:pathLst>
              <a:path w="3225800" h="3225800">
                <a:moveTo>
                  <a:pt x="1612900" y="0"/>
                </a:moveTo>
                <a:lnTo>
                  <a:pt x="1781494" y="8836"/>
                </a:lnTo>
                <a:lnTo>
                  <a:pt x="1948241" y="35246"/>
                </a:lnTo>
                <a:lnTo>
                  <a:pt x="2111314" y="78941"/>
                </a:lnTo>
                <a:lnTo>
                  <a:pt x="2268926" y="139443"/>
                </a:lnTo>
                <a:lnTo>
                  <a:pt x="2419350" y="216088"/>
                </a:lnTo>
                <a:lnTo>
                  <a:pt x="2560939" y="308036"/>
                </a:lnTo>
                <a:lnTo>
                  <a:pt x="2692141" y="414282"/>
                </a:lnTo>
                <a:lnTo>
                  <a:pt x="2811518" y="533659"/>
                </a:lnTo>
                <a:lnTo>
                  <a:pt x="2917764" y="664861"/>
                </a:lnTo>
                <a:lnTo>
                  <a:pt x="3009712" y="806450"/>
                </a:lnTo>
                <a:lnTo>
                  <a:pt x="3086357" y="956874"/>
                </a:lnTo>
                <a:lnTo>
                  <a:pt x="3146859" y="1114486"/>
                </a:lnTo>
                <a:lnTo>
                  <a:pt x="3190554" y="1277559"/>
                </a:lnTo>
                <a:lnTo>
                  <a:pt x="3216964" y="1444306"/>
                </a:lnTo>
                <a:lnTo>
                  <a:pt x="3225800" y="1612900"/>
                </a:lnTo>
                <a:lnTo>
                  <a:pt x="3216964" y="1781494"/>
                </a:lnTo>
                <a:lnTo>
                  <a:pt x="3190554" y="1948241"/>
                </a:lnTo>
                <a:lnTo>
                  <a:pt x="3146859" y="2111314"/>
                </a:lnTo>
                <a:lnTo>
                  <a:pt x="3086357" y="2268926"/>
                </a:lnTo>
                <a:lnTo>
                  <a:pt x="3009712" y="2419350"/>
                </a:lnTo>
                <a:lnTo>
                  <a:pt x="2917764" y="2560939"/>
                </a:lnTo>
                <a:lnTo>
                  <a:pt x="2811518" y="2692141"/>
                </a:lnTo>
                <a:lnTo>
                  <a:pt x="2692141" y="2811518"/>
                </a:lnTo>
                <a:lnTo>
                  <a:pt x="2560939" y="2917764"/>
                </a:lnTo>
                <a:lnTo>
                  <a:pt x="2419350" y="3009712"/>
                </a:lnTo>
                <a:lnTo>
                  <a:pt x="2268926" y="3086357"/>
                </a:lnTo>
                <a:lnTo>
                  <a:pt x="2111314" y="3146859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custGeom>
            <a:avLst/>
            <a:gdLst/>
            <a:ahLst/>
            <a:cxnLst/>
            <a:rect l="l" t="t" r="r" b="b"/>
            <a:pathLst>
              <a:path w="2598561" h="2598561">
                <a:moveTo>
                  <a:pt x="1700780" y="2534970"/>
                </a:moveTo>
                <a:lnTo>
                  <a:pt x="1569416" y="2570169"/>
                </a:lnTo>
                <a:lnTo>
                  <a:pt x="1435092" y="2591444"/>
                </a:lnTo>
                <a:lnTo>
                  <a:pt x="1299281" y="2598561"/>
                </a:lnTo>
                <a:lnTo>
                  <a:pt x="1163469" y="2591444"/>
                </a:lnTo>
                <a:lnTo>
                  <a:pt x="1029145" y="2570169"/>
                </a:lnTo>
                <a:lnTo>
                  <a:pt x="897781" y="2534970"/>
                </a:lnTo>
                <a:lnTo>
                  <a:pt x="770816" y="2486232"/>
                </a:lnTo>
                <a:lnTo>
                  <a:pt x="649640" y="2424491"/>
                </a:lnTo>
                <a:lnTo>
                  <a:pt x="535583" y="2350421"/>
                </a:lnTo>
                <a:lnTo>
                  <a:pt x="429892" y="2264834"/>
                </a:lnTo>
                <a:lnTo>
                  <a:pt x="333727" y="2168669"/>
                </a:lnTo>
                <a:lnTo>
                  <a:pt x="248141" y="2062979"/>
                </a:lnTo>
                <a:lnTo>
                  <a:pt x="174071" y="1948921"/>
                </a:lnTo>
                <a:lnTo>
                  <a:pt x="112329" y="1827746"/>
                </a:lnTo>
                <a:lnTo>
                  <a:pt x="63591" y="1700780"/>
                </a:lnTo>
                <a:lnTo>
                  <a:pt x="28392" y="1569416"/>
                </a:lnTo>
                <a:lnTo>
                  <a:pt x="7118" y="1435092"/>
                </a:lnTo>
                <a:lnTo>
                  <a:pt x="0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custGeom>
            <a:avLst/>
            <a:gdLst/>
            <a:ahLst/>
            <a:cxnLst/>
            <a:rect l="l" t="t" r="r" b="b"/>
            <a:pathLst>
              <a:path w="2867378" h="2867378">
                <a:moveTo>
                  <a:pt x="0" y="1433689"/>
                </a:moveTo>
                <a:lnTo>
                  <a:pt x="7571" y="1286543"/>
                </a:lnTo>
                <a:lnTo>
                  <a:pt x="30205" y="1140951"/>
                </a:lnTo>
                <a:lnTo>
                  <a:pt x="67661" y="998450"/>
                </a:lnTo>
                <a:lnTo>
                  <a:pt x="119546" y="860547"/>
                </a:lnTo>
                <a:lnTo>
                  <a:pt x="185310" y="728697"/>
                </a:lnTo>
                <a:lnTo>
                  <a:pt x="264259" y="604293"/>
                </a:lnTo>
                <a:lnTo>
                  <a:pt x="355560" y="488649"/>
                </a:lnTo>
                <a:lnTo>
                  <a:pt x="458247" y="382986"/>
                </a:lnTo>
                <a:lnTo>
                  <a:pt x="571237" y="288420"/>
                </a:lnTo>
                <a:lnTo>
                  <a:pt x="693336" y="205951"/>
                </a:lnTo>
                <a:lnTo>
                  <a:pt x="823254" y="136448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custGeom>
            <a:avLst/>
            <a:gdLst/>
            <a:ahLst/>
            <a:cxnLst/>
            <a:rect l="l" t="t" r="r" b="b"/>
            <a:pathLst>
              <a:path w="2329744" h="2329744">
                <a:moveTo>
                  <a:pt x="668894" y="110864"/>
                </a:moveTo>
                <a:lnTo>
                  <a:pt x="763407" y="71367"/>
                </a:lnTo>
                <a:lnTo>
                  <a:pt x="861025" y="40326"/>
                </a:lnTo>
                <a:lnTo>
                  <a:pt x="960993" y="17981"/>
                </a:lnTo>
                <a:lnTo>
                  <a:pt x="1062537" y="4504"/>
                </a:lnTo>
                <a:lnTo>
                  <a:pt x="1164872" y="0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10858" y="43688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41928" y="41763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117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2026-07-18T11:24:52Z</dcterms:created>
  <dcterms:modified xsi:type="dcterms:W3CDTF">2026-07-18T11:24:52Z</dcterms:modified>
</cp:coreProperties>
</file>