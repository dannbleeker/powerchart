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styling (dashed from 2026)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644748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4228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3675228" y="326517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8708" y="32346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188" y="30556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4879188" y="302514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2668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2148" y="28155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6083148" y="2705100"/>
            <a:ext cx="1203960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7287108" y="2345055"/>
            <a:ext cx="1203960" cy="360045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60588" y="2314575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0068" y="213550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2026-07-05T11:18:53Z</dcterms:created>
  <dcterms:modified xsi:type="dcterms:W3CDTF">2026-07-05T11:18:53Z</dcterms:modified>
</cp:coreProperties>
</file>