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</p:sldIdLst>
  <p:notesMasterIdLst>
    <p:notesMasterId r:id="rId1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notesMaster" Target="notesMasters/notesMaster1.xml"/><Relationship Id="rId120" Type="http://schemas.openxmlformats.org/officeDocument/2006/relationships/presProps" Target="presProps.xml"/><Relationship Id="rId121" Type="http://schemas.openxmlformats.org/officeDocument/2006/relationships/viewProps" Target="viewProps.xml"/><Relationship Id="rId122" Type="http://schemas.openxmlformats.org/officeDocument/2006/relationships/theme" Target="theme/theme1.xml"/><Relationship Id="rId1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04266" y="3931204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24416" y="3778264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6993873" y="34913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890502" y="322726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579232" y="261011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1" name="Shape 29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2" name="Shape 30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6" name="Shape 34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38" name="Shape 36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2" name="Shape 40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147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39035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15963"/>
            <a:ext cx="27988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441575"/>
            <a:ext cx="284098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467187"/>
            <a:ext cx="28830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492798"/>
            <a:ext cx="292515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518410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544022"/>
            <a:ext cx="300933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569633"/>
            <a:ext cx="305142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595245"/>
            <a:ext cx="30935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620857"/>
            <a:ext cx="31356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646468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672080"/>
            <a:ext cx="321977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697692"/>
            <a:ext cx="32618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2723303"/>
            <a:ext cx="33039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2748915"/>
            <a:ext cx="334604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277452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2800138"/>
            <a:ext cx="343022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2825750"/>
            <a:ext cx="347230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2851362"/>
            <a:ext cx="3514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2876973"/>
            <a:ext cx="355648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2902585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2928197"/>
            <a:ext cx="364066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2953808"/>
            <a:ext cx="368275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2979420"/>
            <a:ext cx="36687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005032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030643"/>
            <a:ext cx="352842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056255"/>
            <a:ext cx="345827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08186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107478"/>
            <a:ext cx="33179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133090"/>
            <a:ext cx="324783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15870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184313"/>
            <a:ext cx="310754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209925"/>
            <a:ext cx="30373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235537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3261148"/>
            <a:ext cx="28970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3286760"/>
            <a:ext cx="28269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331237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3337983"/>
            <a:ext cx="26866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3363595"/>
            <a:ext cx="261650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3389207"/>
            <a:ext cx="25463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3414818"/>
            <a:ext cx="2476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3440430"/>
            <a:ext cx="240606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3466042"/>
            <a:ext cx="233591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3491653"/>
            <a:ext cx="22657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3517265"/>
            <a:ext cx="21956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3542877"/>
            <a:ext cx="212547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3568488"/>
            <a:ext cx="20553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3594100"/>
            <a:ext cx="204550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3619712"/>
            <a:ext cx="20960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3645323"/>
            <a:ext cx="214651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3670935"/>
            <a:ext cx="219702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3629508" y="3696547"/>
            <a:ext cx="224753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3629508" y="3722158"/>
            <a:ext cx="22980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3629508" y="3747770"/>
            <a:ext cx="23485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3629508" y="3773382"/>
            <a:ext cx="239905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3629508" y="3798993"/>
            <a:ext cx="244955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3629508" y="3824605"/>
            <a:ext cx="250006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3629508" y="3850217"/>
            <a:ext cx="25505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3629508" y="3875828"/>
            <a:ext cx="26010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3629508" y="3901440"/>
            <a:ext cx="265158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3629508" y="3927052"/>
            <a:ext cx="270208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3629508" y="3952663"/>
            <a:ext cx="27525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3629508" y="3978275"/>
            <a:ext cx="28031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3629508" y="4003887"/>
            <a:ext cx="28536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3629508" y="4029498"/>
            <a:ext cx="290411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3629508" y="4055110"/>
            <a:ext cx="295461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3629508" y="4080722"/>
            <a:ext cx="30051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3629508" y="4106333"/>
            <a:ext cx="30556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3629508" y="4131945"/>
            <a:ext cx="310613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629508" y="4157557"/>
            <a:ext cx="315664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3629508" y="4183168"/>
            <a:ext cx="32071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3629508" y="4208780"/>
            <a:ext cx="32141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3629508" y="423439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3629508" y="4260003"/>
            <a:ext cx="3141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629508" y="4285615"/>
            <a:ext cx="310473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629508" y="4311227"/>
            <a:ext cx="306825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629508" y="4336838"/>
            <a:ext cx="303178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629508" y="4362450"/>
            <a:ext cx="299530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629508" y="4388062"/>
            <a:ext cx="295882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629508" y="4413673"/>
            <a:ext cx="29223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629508" y="4439285"/>
            <a:ext cx="28858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29508" y="4464897"/>
            <a:ext cx="2849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629508" y="4490508"/>
            <a:ext cx="281292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629508" y="4516120"/>
            <a:ext cx="27764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629508" y="4541732"/>
            <a:ext cx="273996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29508" y="4567343"/>
            <a:ext cx="27034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629508" y="4592955"/>
            <a:ext cx="26670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629508" y="4618567"/>
            <a:ext cx="26305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629508" y="4644178"/>
            <a:ext cx="25940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29508" y="4669790"/>
            <a:ext cx="25575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29508" y="4695402"/>
            <a:ext cx="25211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29508" y="4721013"/>
            <a:ext cx="248463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629508" y="4746625"/>
            <a:ext cx="244815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629508" y="4772237"/>
            <a:ext cx="241167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29508" y="4797848"/>
            <a:ext cx="23752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344222" y="2364740"/>
            <a:ext cx="167652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386310" y="239035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28399" y="2415963"/>
            <a:ext cx="164847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470488" y="2441575"/>
            <a:ext cx="16344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512576" y="2467187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554665" y="2492798"/>
            <a:ext cx="160638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96753" y="2518410"/>
            <a:ext cx="159235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38842" y="2544022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680931" y="2569633"/>
            <a:ext cx="1564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723019" y="2595245"/>
            <a:ext cx="15502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765108" y="26208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807196" y="2646468"/>
            <a:ext cx="15222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849285" y="2672080"/>
            <a:ext cx="150817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891374" y="2697692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933462" y="2723303"/>
            <a:ext cx="14801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975551" y="2748915"/>
            <a:ext cx="146608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017639" y="2774527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059728" y="2800138"/>
            <a:ext cx="143802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101817" y="2825750"/>
            <a:ext cx="14239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143905" y="285136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185994" y="2876973"/>
            <a:ext cx="139593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7228082" y="2902585"/>
            <a:ext cx="1381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270171" y="2928197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7312260" y="2953808"/>
            <a:ext cx="135385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7298230" y="2979420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228082" y="300503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157935" y="3030643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7087787" y="3056255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7017639" y="308186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947492" y="3107478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77344" y="3133090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07196" y="315870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737049" y="3184313"/>
            <a:ext cx="170458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66901" y="3209925"/>
            <a:ext cx="174667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596753" y="3235537"/>
            <a:ext cx="178876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526606" y="3261148"/>
            <a:ext cx="183085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56458" y="3286760"/>
            <a:ext cx="18729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386310" y="3312372"/>
            <a:ext cx="19150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316163" y="3337983"/>
            <a:ext cx="19571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246015" y="3363595"/>
            <a:ext cx="199920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175868" y="3389207"/>
            <a:ext cx="20412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105720" y="3414818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035572" y="3440430"/>
            <a:ext cx="212547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65425" y="3466042"/>
            <a:ext cx="21675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895277" y="3491653"/>
            <a:ext cx="22096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5825129" y="3517265"/>
            <a:ext cx="22517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5754982" y="3542877"/>
            <a:ext cx="229382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684834" y="3568488"/>
            <a:ext cx="233591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5675013" y="3594100"/>
            <a:ext cx="233872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725520" y="3619712"/>
            <a:ext cx="230224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776026" y="3645323"/>
            <a:ext cx="226576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826532" y="3670935"/>
            <a:ext cx="2229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877039" y="3696547"/>
            <a:ext cx="21928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927545" y="3722158"/>
            <a:ext cx="215633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978051" y="3747770"/>
            <a:ext cx="21198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028557" y="3773382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079064" y="3798993"/>
            <a:ext cx="2046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129570" y="3824605"/>
            <a:ext cx="201043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180076" y="3850217"/>
            <a:ext cx="197395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230583" y="3875828"/>
            <a:ext cx="19374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81089" y="3901440"/>
            <a:ext cx="190100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331595" y="3927052"/>
            <a:ext cx="186452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82102" y="3952663"/>
            <a:ext cx="182804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32608" y="3978275"/>
            <a:ext cx="179157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483114" y="4003887"/>
            <a:ext cx="175509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533621" y="4029498"/>
            <a:ext cx="171861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584127" y="4055110"/>
            <a:ext cx="168214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634633" y="4080722"/>
            <a:ext cx="164566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685140" y="4106333"/>
            <a:ext cx="16091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735646" y="4131945"/>
            <a:ext cx="157271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786152" y="41575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836658" y="4183168"/>
            <a:ext cx="149975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843673" y="4208780"/>
            <a:ext cx="14927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807196" y="4234392"/>
            <a:ext cx="151518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770720" y="4260003"/>
            <a:ext cx="153763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734243" y="4285615"/>
            <a:ext cx="156008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97766" y="4311227"/>
            <a:ext cx="15825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61289" y="4336838"/>
            <a:ext cx="16049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624813" y="4362450"/>
            <a:ext cx="162742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588336" y="4388062"/>
            <a:ext cx="164987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551859" y="4413673"/>
            <a:ext cx="16723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515382" y="4439285"/>
            <a:ext cx="169476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78905" y="4464897"/>
            <a:ext cx="171721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442429" y="4490508"/>
            <a:ext cx="17396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405952" y="4516120"/>
            <a:ext cx="17621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369475" y="4541732"/>
            <a:ext cx="17845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332998" y="4567343"/>
            <a:ext cx="18070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296521" y="4592955"/>
            <a:ext cx="18294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260045" y="4618567"/>
            <a:ext cx="185189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23568" y="4644178"/>
            <a:ext cx="18743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187091" y="4669790"/>
            <a:ext cx="18967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150614" y="4695402"/>
            <a:ext cx="19192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114138" y="4721013"/>
            <a:ext cx="19416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077661" y="4746625"/>
            <a:ext cx="19641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041184" y="4772237"/>
            <a:ext cx="198658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004707" y="4797848"/>
            <a:ext cx="2009029" cy="31962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prstGeom prst="pie">
            <a:avLst>
              <a:gd name="adj1" fmla="val 16200000"/>
              <a:gd name="adj2" fmla="val 43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prstGeom prst="pie">
            <a:avLst>
              <a:gd name="adj1" fmla="val 4320000"/>
              <a:gd name="adj2" fmla="val 1080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prstGeom prst="pie">
            <a:avLst>
              <a:gd name="adj1" fmla="val 10800000"/>
              <a:gd name="adj2" fmla="val 14688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prstGeom prst="pie">
            <a:avLst>
              <a:gd name="adj1" fmla="val 14688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— size = magnitude, +/− marks the direction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961232" y="199288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2" name="Shape 10"/>
          <p:cNvSpPr/>
          <p:nvPr/>
        </p:nvSpPr>
        <p:spPr>
          <a:xfrm>
            <a:off x="5055602" y="201283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3" name="Shape 11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6152667" y="203548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5" name="Shape 13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6" name="Shape 14"/>
          <p:cNvSpPr/>
          <p:nvPr/>
        </p:nvSpPr>
        <p:spPr>
          <a:xfrm>
            <a:off x="7239841" y="204823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7" name="Shape 15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8" name="Shape 16"/>
          <p:cNvSpPr/>
          <p:nvPr/>
        </p:nvSpPr>
        <p:spPr>
          <a:xfrm>
            <a:off x="8289779" y="210280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21" name="Shape 19"/>
          <p:cNvSpPr/>
          <p:nvPr/>
        </p:nvSpPr>
        <p:spPr>
          <a:xfrm>
            <a:off x="3981182" y="265545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035652" y="263550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5" name="Shape 23"/>
          <p:cNvSpPr/>
          <p:nvPr/>
        </p:nvSpPr>
        <p:spPr>
          <a:xfrm>
            <a:off x="6140939" y="266637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3708" y="276472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9" name="Shape 27"/>
          <p:cNvSpPr/>
          <p:nvPr/>
        </p:nvSpPr>
        <p:spPr>
          <a:xfrm>
            <a:off x="8344381" y="277272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32" name="Shape 30"/>
          <p:cNvSpPr/>
          <p:nvPr/>
        </p:nvSpPr>
        <p:spPr>
          <a:xfrm>
            <a:off x="4003827" y="332072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3" name="Shape 31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6519" y="330899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5" name="Shape 33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6110072" y="327812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288955" y="338258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40" name="Shape 38"/>
          <p:cNvSpPr/>
          <p:nvPr/>
        </p:nvSpPr>
        <p:spPr>
          <a:xfrm>
            <a:off x="8363375" y="342484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016581" y="397609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4" name="Shape 42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5" name="Shape 43"/>
          <p:cNvSpPr/>
          <p:nvPr/>
        </p:nvSpPr>
        <p:spPr>
          <a:xfrm>
            <a:off x="5164868" y="404996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6" name="Shape 44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7" name="Shape 45"/>
          <p:cNvSpPr/>
          <p:nvPr/>
        </p:nvSpPr>
        <p:spPr>
          <a:xfrm>
            <a:off x="6214535" y="402520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8" name="Shape 46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4492" y="392074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51" name="Shape 49"/>
          <p:cNvSpPr/>
          <p:nvPr/>
        </p:nvSpPr>
        <p:spPr>
          <a:xfrm>
            <a:off x="8268609" y="402008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54" name="Shape 52"/>
          <p:cNvSpPr/>
          <p:nvPr/>
        </p:nvSpPr>
        <p:spPr>
          <a:xfrm>
            <a:off x="3992099" y="467328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5" name="Shape 53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1121" y="470058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7" name="Shape 55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58" name="Shape 56"/>
          <p:cNvSpPr/>
          <p:nvPr/>
        </p:nvSpPr>
        <p:spPr>
          <a:xfrm>
            <a:off x="6214535" y="471008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9" name="Shape 57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0" name="Shape 58"/>
          <p:cNvSpPr/>
          <p:nvPr/>
        </p:nvSpPr>
        <p:spPr>
          <a:xfrm>
            <a:off x="7194189" y="466270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8258912" y="456336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4" name="Shape 62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65" name="Shape 63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66" name="Shape 64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67" name="Shape 65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68" name="Shape 66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69" name="Shape 67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70" name="Shape 68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71" name="Shape 69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72" name="Shape 70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73" name="Shape 71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74" name="Shape 72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75" name="Shape 73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76" name="Shape 74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77" name="Shape 75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78" name="Shape 76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80" name="Shape 78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81" name="Shape 79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82" name="Shape 80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83" name="Shape 81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84" name="Shape 82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86" name="Shape 84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Text 85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5202"/>
            <a:ext cx="46814" cy="867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45275" y="4358005"/>
            <a:ext cx="46814" cy="8743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385738" y="4350808"/>
            <a:ext cx="46814" cy="8815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6202" y="4343612"/>
            <a:ext cx="46814" cy="8887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66665" y="4336415"/>
            <a:ext cx="46814" cy="8959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07129" y="4329218"/>
            <a:ext cx="46814" cy="90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47593" y="4322022"/>
            <a:ext cx="46814" cy="9103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588056" y="4314825"/>
            <a:ext cx="46814" cy="9175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28520" y="4307628"/>
            <a:ext cx="46814" cy="924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68983" y="4300432"/>
            <a:ext cx="46814" cy="9319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09447" y="4293235"/>
            <a:ext cx="46814" cy="9391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749911" y="4286038"/>
            <a:ext cx="46814" cy="946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790374" y="4278842"/>
            <a:ext cx="46814" cy="9535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830838" y="4271645"/>
            <a:ext cx="46814" cy="9607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871301" y="4264448"/>
            <a:ext cx="46814" cy="96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911765" y="4257252"/>
            <a:ext cx="46814" cy="975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952229" y="4250055"/>
            <a:ext cx="46814" cy="9823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992692" y="4242858"/>
            <a:ext cx="46814" cy="98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033156" y="4235662"/>
            <a:ext cx="46814" cy="996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073620" y="4228465"/>
            <a:ext cx="46814" cy="10039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14083" y="4221268"/>
            <a:ext cx="46814" cy="1011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154547" y="4214072"/>
            <a:ext cx="46814" cy="1018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195010" y="4206875"/>
            <a:ext cx="46814" cy="10255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35474" y="4199678"/>
            <a:ext cx="46814" cy="103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275938" y="4192482"/>
            <a:ext cx="46814" cy="1039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16401" y="4185285"/>
            <a:ext cx="46814" cy="1047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56865" y="4178088"/>
            <a:ext cx="46814" cy="10543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397328" y="4170892"/>
            <a:ext cx="46814" cy="1061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37792" y="4163695"/>
            <a:ext cx="46814" cy="10687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8256" y="4156498"/>
            <a:ext cx="46814" cy="107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18719" y="4149302"/>
            <a:ext cx="46814" cy="1083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59183" y="4142105"/>
            <a:ext cx="46814" cy="10902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99646" y="4134908"/>
            <a:ext cx="46814" cy="1097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40110" y="4127712"/>
            <a:ext cx="46814" cy="11046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80574" y="4120515"/>
            <a:ext cx="46814" cy="111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721037" y="4113318"/>
            <a:ext cx="46814" cy="1119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61501" y="4106122"/>
            <a:ext cx="46814" cy="1126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801965" y="4098925"/>
            <a:ext cx="46814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842428" y="4091728"/>
            <a:ext cx="46814" cy="11406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82892" y="4084532"/>
            <a:ext cx="46814" cy="1147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923355" y="4077335"/>
            <a:ext cx="46814" cy="1155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963819" y="4070138"/>
            <a:ext cx="46814" cy="11622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004283" y="4062942"/>
            <a:ext cx="46814" cy="1169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4746" y="4055745"/>
            <a:ext cx="46814" cy="11766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085210" y="4048548"/>
            <a:ext cx="46814" cy="118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125673" y="4041352"/>
            <a:ext cx="46814" cy="1191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166137" y="4034155"/>
            <a:ext cx="46814" cy="11982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206601" y="4026958"/>
            <a:ext cx="46814" cy="12054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247064" y="4021561"/>
            <a:ext cx="46814" cy="12108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287528" y="4017962"/>
            <a:ext cx="46814" cy="12144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327991" y="4014364"/>
            <a:ext cx="46814" cy="12180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368455" y="4010766"/>
            <a:ext cx="46814" cy="1221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408919" y="4007168"/>
            <a:ext cx="46814" cy="12252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449382" y="4003569"/>
            <a:ext cx="46814" cy="1228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489846" y="3999971"/>
            <a:ext cx="46814" cy="1232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530310" y="3996373"/>
            <a:ext cx="46814" cy="12360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570773" y="3992774"/>
            <a:ext cx="46814" cy="12396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611237" y="3989176"/>
            <a:ext cx="46814" cy="12432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651700" y="3985577"/>
            <a:ext cx="46814" cy="1246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692164" y="3981979"/>
            <a:ext cx="46814" cy="12504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732628" y="3978381"/>
            <a:ext cx="46814" cy="12540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773091" y="3974783"/>
            <a:ext cx="46814" cy="12576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3555" y="3971184"/>
            <a:ext cx="46814" cy="12612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854018" y="3967586"/>
            <a:ext cx="46814" cy="1264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894482" y="3963988"/>
            <a:ext cx="46814" cy="1268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934946" y="3960389"/>
            <a:ext cx="46814" cy="12720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975409" y="3956791"/>
            <a:ext cx="46814" cy="12756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015873" y="3953192"/>
            <a:ext cx="46814" cy="12792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056336" y="3949594"/>
            <a:ext cx="46814" cy="1282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096800" y="3945996"/>
            <a:ext cx="46814" cy="12864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137264" y="3942398"/>
            <a:ext cx="46814" cy="1290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177727" y="3938799"/>
            <a:ext cx="46814" cy="12936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218191" y="3932502"/>
            <a:ext cx="46814" cy="12998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258655" y="3923506"/>
            <a:ext cx="46814" cy="1308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299118" y="3914510"/>
            <a:ext cx="46814" cy="13178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339582" y="3905515"/>
            <a:ext cx="46814" cy="1326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380045" y="3896519"/>
            <a:ext cx="46814" cy="13358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420509" y="3887523"/>
            <a:ext cx="46814" cy="1344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460973" y="3878527"/>
            <a:ext cx="46814" cy="13538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501436" y="3869531"/>
            <a:ext cx="46814" cy="13628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541900" y="3860535"/>
            <a:ext cx="46814" cy="13718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582363" y="3851540"/>
            <a:ext cx="46814" cy="1380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622827" y="3842544"/>
            <a:ext cx="46814" cy="13898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663291" y="3833548"/>
            <a:ext cx="46814" cy="1398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703754" y="3824552"/>
            <a:ext cx="46814" cy="14078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744218" y="3815556"/>
            <a:ext cx="46814" cy="1416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784681" y="3806560"/>
            <a:ext cx="46814" cy="14258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5145" y="3797565"/>
            <a:ext cx="46814" cy="1434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865609" y="3788569"/>
            <a:ext cx="46814" cy="1443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906072" y="3779573"/>
            <a:ext cx="46814" cy="1452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946536" y="3770577"/>
            <a:ext cx="46814" cy="1461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987000" y="3761581"/>
            <a:ext cx="46814" cy="14708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027463" y="3752585"/>
            <a:ext cx="46814" cy="14798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067927" y="3743590"/>
            <a:ext cx="46814" cy="14888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108390" y="3734594"/>
            <a:ext cx="46814" cy="1497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148854" y="3725598"/>
            <a:ext cx="46814" cy="150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189318" y="3716602"/>
            <a:ext cx="46814" cy="1515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229781" y="3707606"/>
            <a:ext cx="46814" cy="15247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270245" y="3698610"/>
            <a:ext cx="46814" cy="15337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10708" y="3689615"/>
            <a:ext cx="46814" cy="1542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351172" y="3680619"/>
            <a:ext cx="46814" cy="15517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391636" y="3671623"/>
            <a:ext cx="46814" cy="15607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432099" y="3662627"/>
            <a:ext cx="46814" cy="1569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472563" y="3653631"/>
            <a:ext cx="46814" cy="15787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7513026" y="3644635"/>
            <a:ext cx="46814" cy="1587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553490" y="3635640"/>
            <a:ext cx="46814" cy="15967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593954" y="3626644"/>
            <a:ext cx="46814" cy="1605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634417" y="3617648"/>
            <a:ext cx="46814" cy="1614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674881" y="3608652"/>
            <a:ext cx="46814" cy="1623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15345" y="3599656"/>
            <a:ext cx="46814" cy="163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55808" y="3590660"/>
            <a:ext cx="46814" cy="1641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796272" y="3581665"/>
            <a:ext cx="46814" cy="1650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836735" y="3572669"/>
            <a:ext cx="46814" cy="16597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877199" y="3563673"/>
            <a:ext cx="46814" cy="16687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917663" y="3554677"/>
            <a:ext cx="46814" cy="1677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958126" y="3545681"/>
            <a:ext cx="46814" cy="16867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998590" y="3536685"/>
            <a:ext cx="46814" cy="1695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039053" y="3527690"/>
            <a:ext cx="46814" cy="17047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079517" y="3518694"/>
            <a:ext cx="46814" cy="17137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119981" y="3509698"/>
            <a:ext cx="46814" cy="17227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304811" y="3718401"/>
            <a:ext cx="46814" cy="6468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345275" y="3713004"/>
            <a:ext cx="46814" cy="645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385738" y="3707606"/>
            <a:ext cx="46814" cy="64320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426202" y="3702209"/>
            <a:ext cx="46814" cy="641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6665" y="3696811"/>
            <a:ext cx="46814" cy="6396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3507129" y="3691414"/>
            <a:ext cx="46814" cy="6378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547593" y="3686016"/>
            <a:ext cx="46814" cy="6360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3588056" y="3680619"/>
            <a:ext cx="46814" cy="634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3628520" y="3675221"/>
            <a:ext cx="46814" cy="6324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3668983" y="3669824"/>
            <a:ext cx="46814" cy="6306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709447" y="3664426"/>
            <a:ext cx="46814" cy="6288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749911" y="3659029"/>
            <a:ext cx="46814" cy="6270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790374" y="3653631"/>
            <a:ext cx="46814" cy="625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830838" y="3648234"/>
            <a:ext cx="46814" cy="6234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3871301" y="3642836"/>
            <a:ext cx="46814" cy="6216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3911765" y="3637439"/>
            <a:ext cx="46814" cy="619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3952229" y="3632041"/>
            <a:ext cx="46814" cy="6180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3992692" y="3626644"/>
            <a:ext cx="46814" cy="6162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033156" y="3621246"/>
            <a:ext cx="46814" cy="6144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4073620" y="3615849"/>
            <a:ext cx="46814" cy="6126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114083" y="3610451"/>
            <a:ext cx="46814" cy="610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4154547" y="3605054"/>
            <a:ext cx="46814" cy="6090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195010" y="3599656"/>
            <a:ext cx="46814" cy="6072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4235474" y="3594259"/>
            <a:ext cx="46814" cy="605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4275938" y="3586162"/>
            <a:ext cx="46814" cy="606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316401" y="3575368"/>
            <a:ext cx="46814" cy="6099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4356865" y="3564573"/>
            <a:ext cx="46814" cy="6135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4397328" y="3553778"/>
            <a:ext cx="46814" cy="6171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437792" y="3542982"/>
            <a:ext cx="46814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478256" y="3532187"/>
            <a:ext cx="46814" cy="624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518719" y="3521393"/>
            <a:ext cx="46814" cy="6279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559183" y="3510598"/>
            <a:ext cx="46814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599646" y="3499802"/>
            <a:ext cx="46814" cy="6351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4640110" y="3489008"/>
            <a:ext cx="46814" cy="6387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4680574" y="3478213"/>
            <a:ext cx="46814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4721037" y="3467417"/>
            <a:ext cx="46814" cy="645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4761501" y="3456622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4801965" y="3445827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4842428" y="3435032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4882892" y="3424238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4923355" y="3413442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4963819" y="3402647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004283" y="3391852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044746" y="3381057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085210" y="3370262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125673" y="3359467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166137" y="3348672"/>
            <a:ext cx="46814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206601" y="333787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247064" y="3331580"/>
            <a:ext cx="46814" cy="6899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287528" y="3329781"/>
            <a:ext cx="46814" cy="6881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5327991" y="3327982"/>
            <a:ext cx="46814" cy="6863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5368455" y="3326183"/>
            <a:ext cx="46814" cy="684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408919" y="3324384"/>
            <a:ext cx="46814" cy="6827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449382" y="3322585"/>
            <a:ext cx="46814" cy="680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489846" y="3320785"/>
            <a:ext cx="46814" cy="6791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530310" y="3318986"/>
            <a:ext cx="46814" cy="6773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570773" y="3317187"/>
            <a:ext cx="46814" cy="675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611237" y="3315388"/>
            <a:ext cx="46814" cy="6737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5651700" y="3313589"/>
            <a:ext cx="46814" cy="6719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5692164" y="3311790"/>
            <a:ext cx="46814" cy="6701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732628" y="3309990"/>
            <a:ext cx="46814" cy="6683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73091" y="3308191"/>
            <a:ext cx="46814" cy="6665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813555" y="3306392"/>
            <a:ext cx="46814" cy="6647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854018" y="3304593"/>
            <a:ext cx="46814" cy="662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894482" y="3302794"/>
            <a:ext cx="46814" cy="661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934946" y="3300995"/>
            <a:ext cx="46814" cy="6593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975409" y="3299195"/>
            <a:ext cx="46814" cy="6575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015873" y="3297396"/>
            <a:ext cx="46814" cy="6557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056336" y="3295597"/>
            <a:ext cx="46814" cy="653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096800" y="3293798"/>
            <a:ext cx="46814" cy="652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137264" y="3291999"/>
            <a:ext cx="46814" cy="6503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177727" y="3290200"/>
            <a:ext cx="46814" cy="648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218191" y="3283003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258655" y="3270409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299118" y="3257815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339582" y="3245220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380045" y="3232626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420509" y="3220032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460973" y="3207438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501436" y="3194844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541900" y="3182250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582363" y="3169655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622827" y="3157061"/>
            <a:ext cx="46814" cy="6854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663291" y="314446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703754" y="3131873"/>
            <a:ext cx="46814" cy="692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744218" y="3119279"/>
            <a:ext cx="46814" cy="6962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784681" y="3106685"/>
            <a:ext cx="46814" cy="6998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825145" y="3094090"/>
            <a:ext cx="46814" cy="7034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7" name="Shape 215"/>
          <p:cNvSpPr/>
          <p:nvPr/>
        </p:nvSpPr>
        <p:spPr>
          <a:xfrm>
            <a:off x="6865609" y="3081496"/>
            <a:ext cx="46814" cy="7070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8" name="Shape 216"/>
          <p:cNvSpPr/>
          <p:nvPr/>
        </p:nvSpPr>
        <p:spPr>
          <a:xfrm>
            <a:off x="6906072" y="3068902"/>
            <a:ext cx="46814" cy="7106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9" name="Shape 217"/>
          <p:cNvSpPr/>
          <p:nvPr/>
        </p:nvSpPr>
        <p:spPr>
          <a:xfrm>
            <a:off x="6946536" y="3056308"/>
            <a:ext cx="46814" cy="714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987000" y="3043714"/>
            <a:ext cx="46814" cy="71786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027463" y="3031120"/>
            <a:ext cx="46814" cy="7214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7067927" y="3018525"/>
            <a:ext cx="46814" cy="7250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108390" y="3005931"/>
            <a:ext cx="46814" cy="7286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4" name="Shape 222"/>
          <p:cNvSpPr/>
          <p:nvPr/>
        </p:nvSpPr>
        <p:spPr>
          <a:xfrm>
            <a:off x="7148854" y="2993337"/>
            <a:ext cx="46814" cy="7322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5" name="Shape 223"/>
          <p:cNvSpPr/>
          <p:nvPr/>
        </p:nvSpPr>
        <p:spPr>
          <a:xfrm>
            <a:off x="7189318" y="2981642"/>
            <a:ext cx="46814" cy="734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6" name="Shape 224"/>
          <p:cNvSpPr/>
          <p:nvPr/>
        </p:nvSpPr>
        <p:spPr>
          <a:xfrm>
            <a:off x="7229781" y="2970847"/>
            <a:ext cx="46814" cy="736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7" name="Shape 225"/>
          <p:cNvSpPr/>
          <p:nvPr/>
        </p:nvSpPr>
        <p:spPr>
          <a:xfrm>
            <a:off x="7270245" y="2960052"/>
            <a:ext cx="46814" cy="7385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8" name="Shape 226"/>
          <p:cNvSpPr/>
          <p:nvPr/>
        </p:nvSpPr>
        <p:spPr>
          <a:xfrm>
            <a:off x="7310708" y="2949258"/>
            <a:ext cx="46814" cy="740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351172" y="2938463"/>
            <a:ext cx="46814" cy="7421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7391636" y="2927668"/>
            <a:ext cx="46814" cy="7439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1" name="Shape 229"/>
          <p:cNvSpPr/>
          <p:nvPr/>
        </p:nvSpPr>
        <p:spPr>
          <a:xfrm>
            <a:off x="7432099" y="2916872"/>
            <a:ext cx="46814" cy="7457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472563" y="2906077"/>
            <a:ext cx="46814" cy="7475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3" name="Shape 231"/>
          <p:cNvSpPr/>
          <p:nvPr/>
        </p:nvSpPr>
        <p:spPr>
          <a:xfrm>
            <a:off x="7513026" y="2895283"/>
            <a:ext cx="46814" cy="7493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4" name="Shape 232"/>
          <p:cNvSpPr/>
          <p:nvPr/>
        </p:nvSpPr>
        <p:spPr>
          <a:xfrm>
            <a:off x="7553490" y="2884487"/>
            <a:ext cx="46814" cy="7511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5" name="Shape 233"/>
          <p:cNvSpPr/>
          <p:nvPr/>
        </p:nvSpPr>
        <p:spPr>
          <a:xfrm>
            <a:off x="7593954" y="2873693"/>
            <a:ext cx="46814" cy="752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6" name="Shape 234"/>
          <p:cNvSpPr/>
          <p:nvPr/>
        </p:nvSpPr>
        <p:spPr>
          <a:xfrm>
            <a:off x="7634417" y="2862898"/>
            <a:ext cx="46814" cy="754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7" name="Shape 235"/>
          <p:cNvSpPr/>
          <p:nvPr/>
        </p:nvSpPr>
        <p:spPr>
          <a:xfrm>
            <a:off x="7674881" y="2852102"/>
            <a:ext cx="46814" cy="756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8" name="Shape 236"/>
          <p:cNvSpPr/>
          <p:nvPr/>
        </p:nvSpPr>
        <p:spPr>
          <a:xfrm>
            <a:off x="7715345" y="2841307"/>
            <a:ext cx="46814" cy="758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9" name="Shape 237"/>
          <p:cNvSpPr/>
          <p:nvPr/>
        </p:nvSpPr>
        <p:spPr>
          <a:xfrm>
            <a:off x="7755808" y="2830512"/>
            <a:ext cx="46814" cy="7601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796272" y="2819718"/>
            <a:ext cx="46814" cy="761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1" name="Shape 239"/>
          <p:cNvSpPr/>
          <p:nvPr/>
        </p:nvSpPr>
        <p:spPr>
          <a:xfrm>
            <a:off x="7836735" y="2808923"/>
            <a:ext cx="46814" cy="7637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877199" y="2798128"/>
            <a:ext cx="46814" cy="7655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3" name="Shape 241"/>
          <p:cNvSpPr/>
          <p:nvPr/>
        </p:nvSpPr>
        <p:spPr>
          <a:xfrm>
            <a:off x="7917663" y="2787333"/>
            <a:ext cx="46814" cy="7673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4" name="Shape 242"/>
          <p:cNvSpPr/>
          <p:nvPr/>
        </p:nvSpPr>
        <p:spPr>
          <a:xfrm>
            <a:off x="7958126" y="2776537"/>
            <a:ext cx="46814" cy="769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998590" y="2765743"/>
            <a:ext cx="46814" cy="7709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6" name="Shape 244"/>
          <p:cNvSpPr/>
          <p:nvPr/>
        </p:nvSpPr>
        <p:spPr>
          <a:xfrm>
            <a:off x="8039053" y="2754948"/>
            <a:ext cx="46814" cy="7727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079517" y="2744153"/>
            <a:ext cx="46814" cy="774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8" name="Shape 246"/>
          <p:cNvSpPr/>
          <p:nvPr/>
        </p:nvSpPr>
        <p:spPr>
          <a:xfrm>
            <a:off x="8119981" y="2733358"/>
            <a:ext cx="46814" cy="7763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9" name="Shape 247"/>
          <p:cNvSpPr/>
          <p:nvPr/>
        </p:nvSpPr>
        <p:spPr>
          <a:xfrm>
            <a:off x="3304811" y="3285702"/>
            <a:ext cx="46814" cy="4327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3345275" y="3278505"/>
            <a:ext cx="46814" cy="434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3385738" y="3271308"/>
            <a:ext cx="46814" cy="43629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3426202" y="3264112"/>
            <a:ext cx="46814" cy="4380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3466665" y="3256915"/>
            <a:ext cx="46814" cy="439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3507129" y="3249718"/>
            <a:ext cx="46814" cy="4416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3547593" y="3242522"/>
            <a:ext cx="46814" cy="4434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3588056" y="3235325"/>
            <a:ext cx="46814" cy="4452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3628520" y="3228128"/>
            <a:ext cx="46814" cy="4470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3668983" y="3220932"/>
            <a:ext cx="46814" cy="4488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3709447" y="3213735"/>
            <a:ext cx="46814" cy="4506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3749911" y="3206538"/>
            <a:ext cx="46814" cy="452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3790374" y="3199342"/>
            <a:ext cx="46814" cy="4542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3830838" y="3192145"/>
            <a:ext cx="46814" cy="456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3871301" y="3184948"/>
            <a:ext cx="46814" cy="45788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3911765" y="3177752"/>
            <a:ext cx="46814" cy="4596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3952229" y="3170555"/>
            <a:ext cx="46814" cy="46148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3992692" y="3163358"/>
            <a:ext cx="46814" cy="463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4033156" y="3156162"/>
            <a:ext cx="46814" cy="4650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4073620" y="3148965"/>
            <a:ext cx="46814" cy="4668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4114083" y="3141768"/>
            <a:ext cx="46814" cy="4686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4154547" y="3134572"/>
            <a:ext cx="46814" cy="4704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4195010" y="3127375"/>
            <a:ext cx="46814" cy="4722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4235474" y="3120178"/>
            <a:ext cx="46814" cy="474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4275938" y="3110283"/>
            <a:ext cx="46814" cy="475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4316401" y="3097689"/>
            <a:ext cx="46814" cy="477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4356865" y="3085095"/>
            <a:ext cx="46814" cy="4794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4397328" y="3072500"/>
            <a:ext cx="46814" cy="48127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4437792" y="3059906"/>
            <a:ext cx="46814" cy="48307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4478256" y="3047312"/>
            <a:ext cx="46814" cy="4848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4518719" y="3034718"/>
            <a:ext cx="46814" cy="486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4559183" y="3022124"/>
            <a:ext cx="46814" cy="4884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4599646" y="3009530"/>
            <a:ext cx="46814" cy="490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4640110" y="2996935"/>
            <a:ext cx="46814" cy="49207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4680574" y="2984341"/>
            <a:ext cx="46814" cy="4938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4721037" y="2971747"/>
            <a:ext cx="46814" cy="4956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4761501" y="2959153"/>
            <a:ext cx="46814" cy="497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4801965" y="2946559"/>
            <a:ext cx="46814" cy="499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4842428" y="2933965"/>
            <a:ext cx="46814" cy="50106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4882892" y="2921370"/>
            <a:ext cx="46814" cy="5028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4923355" y="2908776"/>
            <a:ext cx="46814" cy="50466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4963819" y="2896182"/>
            <a:ext cx="46814" cy="5064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5004283" y="2883588"/>
            <a:ext cx="46814" cy="508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5044746" y="2870994"/>
            <a:ext cx="46814" cy="5100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5085210" y="2858400"/>
            <a:ext cx="46814" cy="511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5125673" y="2845805"/>
            <a:ext cx="46814" cy="5136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5166137" y="2833211"/>
            <a:ext cx="46814" cy="5154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5206601" y="2820617"/>
            <a:ext cx="46814" cy="5172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5247064" y="2811621"/>
            <a:ext cx="46814" cy="51995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5287528" y="2806224"/>
            <a:ext cx="46814" cy="52355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5327991" y="2800826"/>
            <a:ext cx="46814" cy="5271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5368455" y="2795429"/>
            <a:ext cx="46814" cy="53075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5408919" y="2790031"/>
            <a:ext cx="46814" cy="5343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5449382" y="2784634"/>
            <a:ext cx="46814" cy="537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5489846" y="2779236"/>
            <a:ext cx="46814" cy="54154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5530310" y="2773839"/>
            <a:ext cx="46814" cy="5451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5570773" y="2768441"/>
            <a:ext cx="46814" cy="5487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5611237" y="2763044"/>
            <a:ext cx="46814" cy="5523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5651700" y="2757646"/>
            <a:ext cx="46814" cy="5559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5692164" y="2752249"/>
            <a:ext cx="46814" cy="559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5732628" y="2746851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0" name="Shape 308"/>
          <p:cNvSpPr/>
          <p:nvPr/>
        </p:nvSpPr>
        <p:spPr>
          <a:xfrm>
            <a:off x="5773091" y="2741454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1" name="Shape 309"/>
          <p:cNvSpPr/>
          <p:nvPr/>
        </p:nvSpPr>
        <p:spPr>
          <a:xfrm>
            <a:off x="5813555" y="2736056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2" name="Shape 310"/>
          <p:cNvSpPr/>
          <p:nvPr/>
        </p:nvSpPr>
        <p:spPr>
          <a:xfrm>
            <a:off x="5854018" y="2730659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3" name="Shape 311"/>
          <p:cNvSpPr/>
          <p:nvPr/>
        </p:nvSpPr>
        <p:spPr>
          <a:xfrm>
            <a:off x="5894482" y="2725261"/>
            <a:ext cx="46814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4" name="Shape 312"/>
          <p:cNvSpPr/>
          <p:nvPr/>
        </p:nvSpPr>
        <p:spPr>
          <a:xfrm>
            <a:off x="5934946" y="2719864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5" name="Shape 313"/>
          <p:cNvSpPr/>
          <p:nvPr/>
        </p:nvSpPr>
        <p:spPr>
          <a:xfrm>
            <a:off x="5975409" y="2714466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6" name="Shape 314"/>
          <p:cNvSpPr/>
          <p:nvPr/>
        </p:nvSpPr>
        <p:spPr>
          <a:xfrm>
            <a:off x="6015873" y="2709069"/>
            <a:ext cx="46814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7" name="Shape 315"/>
          <p:cNvSpPr/>
          <p:nvPr/>
        </p:nvSpPr>
        <p:spPr>
          <a:xfrm>
            <a:off x="6056336" y="2703671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8" name="Shape 316"/>
          <p:cNvSpPr/>
          <p:nvPr/>
        </p:nvSpPr>
        <p:spPr>
          <a:xfrm>
            <a:off x="6096800" y="2698274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137264" y="2692876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177727" y="2687479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218191" y="2679382"/>
            <a:ext cx="46814" cy="60362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258655" y="2668587"/>
            <a:ext cx="46814" cy="6018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299118" y="2657792"/>
            <a:ext cx="46814" cy="60002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339582" y="2646998"/>
            <a:ext cx="46814" cy="598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5" name="Shape 323"/>
          <p:cNvSpPr/>
          <p:nvPr/>
        </p:nvSpPr>
        <p:spPr>
          <a:xfrm>
            <a:off x="6380045" y="2636202"/>
            <a:ext cx="46814" cy="596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6" name="Shape 324"/>
          <p:cNvSpPr/>
          <p:nvPr/>
        </p:nvSpPr>
        <p:spPr>
          <a:xfrm>
            <a:off x="6420509" y="2625407"/>
            <a:ext cx="46814" cy="5946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7" name="Shape 325"/>
          <p:cNvSpPr/>
          <p:nvPr/>
        </p:nvSpPr>
        <p:spPr>
          <a:xfrm>
            <a:off x="6460973" y="2614612"/>
            <a:ext cx="46814" cy="5928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8" name="Shape 326"/>
          <p:cNvSpPr/>
          <p:nvPr/>
        </p:nvSpPr>
        <p:spPr>
          <a:xfrm>
            <a:off x="6501436" y="2603817"/>
            <a:ext cx="46814" cy="5910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9" name="Shape 327"/>
          <p:cNvSpPr/>
          <p:nvPr/>
        </p:nvSpPr>
        <p:spPr>
          <a:xfrm>
            <a:off x="6541900" y="2593023"/>
            <a:ext cx="46814" cy="589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0" name="Shape 328"/>
          <p:cNvSpPr/>
          <p:nvPr/>
        </p:nvSpPr>
        <p:spPr>
          <a:xfrm>
            <a:off x="6582363" y="2582227"/>
            <a:ext cx="46814" cy="5874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1" name="Shape 329"/>
          <p:cNvSpPr/>
          <p:nvPr/>
        </p:nvSpPr>
        <p:spPr>
          <a:xfrm>
            <a:off x="6622827" y="2571432"/>
            <a:ext cx="46814" cy="585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2" name="Shape 330"/>
          <p:cNvSpPr/>
          <p:nvPr/>
        </p:nvSpPr>
        <p:spPr>
          <a:xfrm>
            <a:off x="6663291" y="2560637"/>
            <a:ext cx="46814" cy="5838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703754" y="2549842"/>
            <a:ext cx="46814" cy="5820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744218" y="2539047"/>
            <a:ext cx="46814" cy="5802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784681" y="2528252"/>
            <a:ext cx="46814" cy="5784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825145" y="2517458"/>
            <a:ext cx="46814" cy="576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865609" y="2506663"/>
            <a:ext cx="46814" cy="574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906072" y="2495867"/>
            <a:ext cx="46814" cy="5730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9" name="Shape 337"/>
          <p:cNvSpPr/>
          <p:nvPr/>
        </p:nvSpPr>
        <p:spPr>
          <a:xfrm>
            <a:off x="6946536" y="2485073"/>
            <a:ext cx="46814" cy="5712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0" name="Shape 338"/>
          <p:cNvSpPr/>
          <p:nvPr/>
        </p:nvSpPr>
        <p:spPr>
          <a:xfrm>
            <a:off x="6987000" y="2474277"/>
            <a:ext cx="46814" cy="5694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1" name="Shape 339"/>
          <p:cNvSpPr/>
          <p:nvPr/>
        </p:nvSpPr>
        <p:spPr>
          <a:xfrm>
            <a:off x="7027463" y="2463483"/>
            <a:ext cx="46814" cy="567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2" name="Shape 340"/>
          <p:cNvSpPr/>
          <p:nvPr/>
        </p:nvSpPr>
        <p:spPr>
          <a:xfrm>
            <a:off x="7067927" y="2452688"/>
            <a:ext cx="46814" cy="56583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3" name="Shape 341"/>
          <p:cNvSpPr/>
          <p:nvPr/>
        </p:nvSpPr>
        <p:spPr>
          <a:xfrm>
            <a:off x="7108390" y="2441893"/>
            <a:ext cx="46814" cy="564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4" name="Shape 342"/>
          <p:cNvSpPr/>
          <p:nvPr/>
        </p:nvSpPr>
        <p:spPr>
          <a:xfrm>
            <a:off x="7148854" y="2431097"/>
            <a:ext cx="46814" cy="56224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5" name="Shape 343"/>
          <p:cNvSpPr/>
          <p:nvPr/>
        </p:nvSpPr>
        <p:spPr>
          <a:xfrm>
            <a:off x="7189318" y="2418503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6" name="Shape 344"/>
          <p:cNvSpPr/>
          <p:nvPr/>
        </p:nvSpPr>
        <p:spPr>
          <a:xfrm>
            <a:off x="7229781" y="2404110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7" name="Shape 345"/>
          <p:cNvSpPr/>
          <p:nvPr/>
        </p:nvSpPr>
        <p:spPr>
          <a:xfrm>
            <a:off x="7270245" y="2389717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8" name="Shape 346"/>
          <p:cNvSpPr/>
          <p:nvPr/>
        </p:nvSpPr>
        <p:spPr>
          <a:xfrm>
            <a:off x="7310708" y="2375323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9" name="Shape 347"/>
          <p:cNvSpPr/>
          <p:nvPr/>
        </p:nvSpPr>
        <p:spPr>
          <a:xfrm>
            <a:off x="7351172" y="2360930"/>
            <a:ext cx="46814" cy="5775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0" name="Shape 348"/>
          <p:cNvSpPr/>
          <p:nvPr/>
        </p:nvSpPr>
        <p:spPr>
          <a:xfrm>
            <a:off x="7391636" y="2346537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1" name="Shape 349"/>
          <p:cNvSpPr/>
          <p:nvPr/>
        </p:nvSpPr>
        <p:spPr>
          <a:xfrm>
            <a:off x="7432099" y="2332143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2" name="Shape 350"/>
          <p:cNvSpPr/>
          <p:nvPr/>
        </p:nvSpPr>
        <p:spPr>
          <a:xfrm>
            <a:off x="7472563" y="2317750"/>
            <a:ext cx="46814" cy="5883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3" name="Shape 351"/>
          <p:cNvSpPr/>
          <p:nvPr/>
        </p:nvSpPr>
        <p:spPr>
          <a:xfrm>
            <a:off x="7513026" y="2303357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4" name="Shape 352"/>
          <p:cNvSpPr/>
          <p:nvPr/>
        </p:nvSpPr>
        <p:spPr>
          <a:xfrm>
            <a:off x="7553490" y="2288963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5" name="Shape 353"/>
          <p:cNvSpPr/>
          <p:nvPr/>
        </p:nvSpPr>
        <p:spPr>
          <a:xfrm>
            <a:off x="7593954" y="2274570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6" name="Shape 354"/>
          <p:cNvSpPr/>
          <p:nvPr/>
        </p:nvSpPr>
        <p:spPr>
          <a:xfrm>
            <a:off x="7634417" y="2260177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7" name="Shape 355"/>
          <p:cNvSpPr/>
          <p:nvPr/>
        </p:nvSpPr>
        <p:spPr>
          <a:xfrm>
            <a:off x="7674881" y="2245783"/>
            <a:ext cx="46814" cy="606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8" name="Shape 356"/>
          <p:cNvSpPr/>
          <p:nvPr/>
        </p:nvSpPr>
        <p:spPr>
          <a:xfrm>
            <a:off x="7715345" y="2231390"/>
            <a:ext cx="46814" cy="6099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9" name="Shape 357"/>
          <p:cNvSpPr/>
          <p:nvPr/>
        </p:nvSpPr>
        <p:spPr>
          <a:xfrm>
            <a:off x="7755808" y="2216997"/>
            <a:ext cx="46814" cy="613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0" name="Shape 358"/>
          <p:cNvSpPr/>
          <p:nvPr/>
        </p:nvSpPr>
        <p:spPr>
          <a:xfrm>
            <a:off x="7796272" y="2202603"/>
            <a:ext cx="46814" cy="61711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1" name="Shape 359"/>
          <p:cNvSpPr/>
          <p:nvPr/>
        </p:nvSpPr>
        <p:spPr>
          <a:xfrm>
            <a:off x="7836735" y="2188210"/>
            <a:ext cx="46814" cy="6207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2" name="Shape 360"/>
          <p:cNvSpPr/>
          <p:nvPr/>
        </p:nvSpPr>
        <p:spPr>
          <a:xfrm>
            <a:off x="7877199" y="2173817"/>
            <a:ext cx="46814" cy="624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917663" y="2159423"/>
            <a:ext cx="46814" cy="627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4" name="Shape 362"/>
          <p:cNvSpPr/>
          <p:nvPr/>
        </p:nvSpPr>
        <p:spPr>
          <a:xfrm>
            <a:off x="7958126" y="2145030"/>
            <a:ext cx="46814" cy="6315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5" name="Shape 363"/>
          <p:cNvSpPr/>
          <p:nvPr/>
        </p:nvSpPr>
        <p:spPr>
          <a:xfrm>
            <a:off x="7998590" y="2130637"/>
            <a:ext cx="46814" cy="635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6" name="Shape 364"/>
          <p:cNvSpPr/>
          <p:nvPr/>
        </p:nvSpPr>
        <p:spPr>
          <a:xfrm>
            <a:off x="8039053" y="2116243"/>
            <a:ext cx="46814" cy="63870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7" name="Shape 365"/>
          <p:cNvSpPr/>
          <p:nvPr/>
        </p:nvSpPr>
        <p:spPr>
          <a:xfrm>
            <a:off x="8079517" y="2101850"/>
            <a:ext cx="46814" cy="6423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8" name="Shape 366"/>
          <p:cNvSpPr/>
          <p:nvPr/>
        </p:nvSpPr>
        <p:spPr>
          <a:xfrm>
            <a:off x="8119981" y="2087457"/>
            <a:ext cx="46814" cy="645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9" name="Shape 36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70" name="Text 36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71" name="Text 36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72" name="Text 37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73" name="Text 37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74" name="Text 37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75" name="Text 37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76" name="Text 37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77" name="Shape 37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8" name="Text 37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79" name="Shape 37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1" name="Text 37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82" name="Shape 38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4" name="Text 38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85" name="Shape 38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7" name="Text 38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88" name="Shape 38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0" name="Text 38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91" name="Shape 38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3" name="Text 39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94" name="Text 39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64312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554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402844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9395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1376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24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79908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710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335780"/>
            <a:ext cx="32226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4028440"/>
            <a:ext cx="368300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721100"/>
            <a:ext cx="32226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3413760"/>
            <a:ext cx="276225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3106420"/>
            <a:ext cx="276225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8902548" y="2799080"/>
            <a:ext cx="13811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4" name="Shape 32"/>
          <p:cNvSpPr/>
          <p:nvPr/>
        </p:nvSpPr>
        <p:spPr>
          <a:xfrm>
            <a:off x="8902548" y="2491740"/>
            <a:ext cx="13811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5" name="Shape 33"/>
          <p:cNvSpPr/>
          <p:nvPr/>
        </p:nvSpPr>
        <p:spPr>
          <a:xfrm>
            <a:off x="4456278" y="454355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49673" y="420547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43068" y="386740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36463" y="432841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79188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72583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865978" y="411327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08703" y="377520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02098" y="42362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795493" y="38981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38218" y="43591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231613" y="402107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25008" y="448208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667733" y="414401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161128" y="380593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54523" y="426694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597248" y="39288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090643" y="438988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84038" y="40518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26763" y="45128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020158" y="417474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51355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473923" y="263804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826348" y="35907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064223" y="34985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416648" y="340639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769073" y="331419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121498" y="32219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473923" y="312978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826348" y="303758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064223" y="294538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416648" y="285318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76907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121498" y="266877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473923" y="362153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826348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064223" y="34371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416648" y="334492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69073" y="325272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121498" y="316052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194175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10527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651125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56222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8107909" y="2411326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42312" y="326089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87063" y="2053579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13350" y="3452146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7708" y="2922319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41960" y="2624426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331752" y="307766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7201" y="2253356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82789" y="249142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17192" y="334010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Alfa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758030" y="2756004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919825" y="3378676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±6.0 to reduce overlap</a:t>
            </a:r>
            <a:endParaRPr lang="en-US" sz="8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Shape per group — the split survives greyscale and color blindness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251325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16242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5369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4480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822575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73367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108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3496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34908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56320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732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25648" y="2108200"/>
            <a:ext cx="0" cy="28575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25648" y="1955800"/>
            <a:ext cx="88900" cy="889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352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10508" y="1944540"/>
            <a:ext cx="111420" cy="111420"/>
          </a:xfrm>
          <a:prstGeom prst="diamond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16002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17887" y="1944540"/>
            <a:ext cx="111420" cy="111420"/>
          </a:xfrm>
          <a:prstGeom prst="triangle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496740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916020" y="38560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80256" y="3463131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23080" y="4034631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98138" y="36417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848960" y="2953417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73902" y="320344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31078" y="2703386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16726" y="3096292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70140" y="2346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95082" y="2560511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912964" y="2060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337906" y="2274761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017620" y="3811588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Northwind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381856" y="3418681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624680" y="3990181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199738" y="3597275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960212" y="2918619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52694" y="31686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142330" y="2668588"/>
            <a:ext cx="5740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Vandelay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627978" y="3061494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Hooli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781392" y="23114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Stark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206334" y="25257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Wayne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449158" y="2239963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Cyberdyne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Groups: challengers, contenders, leaders.</a:t>
            </a:r>
            <a:endParaRPr lang="en-US" sz="85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524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markers — consensus per quarter, on the columns' own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4624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3943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2581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78446" y="3677073"/>
            <a:ext cx="928793" cy="142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646" y="429598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8446" y="3064933"/>
            <a:ext cx="928793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7646" y="327575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6248" y="2531533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1636" y="3524038"/>
            <a:ext cx="928793" cy="158136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0836" y="4219469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1636" y="2809875"/>
            <a:ext cx="928793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836" y="307170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39438" y="248602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4826" y="3575050"/>
            <a:ext cx="92879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4026" y="4244975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4826" y="2707852"/>
            <a:ext cx="928793" cy="86719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4026" y="3046201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23702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58016" y="3268980"/>
            <a:ext cx="928793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7216" y="4091940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58016" y="2503805"/>
            <a:ext cx="928793" cy="76517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07216" y="279114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25818" y="217995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46248" y="5105400"/>
            <a:ext cx="5572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9808" y="2800668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69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02203" y="2922270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1843" y="275336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95393" y="282024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033" y="26513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8583" y="251417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48223" y="234526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81773" y="2565188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1413" y="239627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69808" y="2402628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0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with “of which” detail columns — the walk steps over them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652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447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241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36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Labour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Freight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9626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Energy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420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215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1827" y="2353056"/>
            <a:ext cx="586317" cy="27523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2635627" y="36339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8143" y="2353056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591302" y="1905000"/>
            <a:ext cx="586317" cy="448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515102" y="20337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7618" y="1905000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470777" y="1905000"/>
            <a:ext cx="586317" cy="38404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4394577" y="200177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57093" y="2289048"/>
            <a:ext cx="293158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350252" y="1905000"/>
            <a:ext cx="586317" cy="22402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1" name="Text 19"/>
          <p:cNvSpPr/>
          <p:nvPr/>
        </p:nvSpPr>
        <p:spPr>
          <a:xfrm>
            <a:off x="5274052" y="192176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29727" y="2129028"/>
            <a:ext cx="586317" cy="9601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53527" y="19448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09202" y="2225040"/>
            <a:ext cx="586317" cy="6400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5" name="Text 23"/>
          <p:cNvSpPr/>
          <p:nvPr/>
        </p:nvSpPr>
        <p:spPr>
          <a:xfrm>
            <a:off x="7033002" y="2040890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88677" y="2289048"/>
            <a:ext cx="586317" cy="12801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7" name="Text 25"/>
          <p:cNvSpPr/>
          <p:nvPr/>
        </p:nvSpPr>
        <p:spPr>
          <a:xfrm>
            <a:off x="7912477" y="210489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74993" y="2417064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868152" y="2417064"/>
            <a:ext cx="586317" cy="2688336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0" name="Text 28"/>
          <p:cNvSpPr/>
          <p:nvPr/>
        </p:nvSpPr>
        <p:spPr>
          <a:xfrm>
            <a:off x="8791952" y="3665982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5248" y="5105400"/>
            <a:ext cx="7035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651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grouped into owner lanes — dependencies follow their rows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7265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4" name="Shape 2"/>
          <p:cNvSpPr/>
          <p:nvPr/>
        </p:nvSpPr>
        <p:spPr>
          <a:xfrm>
            <a:off x="503267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5" name="Shape 3"/>
          <p:cNvSpPr/>
          <p:nvPr/>
        </p:nvSpPr>
        <p:spPr>
          <a:xfrm>
            <a:off x="609270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6" name="Shape 4"/>
          <p:cNvSpPr/>
          <p:nvPr/>
        </p:nvSpPr>
        <p:spPr>
          <a:xfrm>
            <a:off x="715273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7" name="Shape 5"/>
          <p:cNvSpPr/>
          <p:nvPr/>
        </p:nvSpPr>
        <p:spPr>
          <a:xfrm>
            <a:off x="821275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8" name="Shape 6"/>
          <p:cNvSpPr/>
          <p:nvPr/>
        </p:nvSpPr>
        <p:spPr>
          <a:xfrm>
            <a:off x="927278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321548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068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7551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7071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3554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3074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9556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9076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5559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079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1562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082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57564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7084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9848" y="2146300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4" name="Text 22"/>
          <p:cNvSpPr/>
          <p:nvPr/>
        </p:nvSpPr>
        <p:spPr>
          <a:xfrm>
            <a:off x="2539848" y="2252436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5514" y="2312126"/>
            <a:ext cx="318008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551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5559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6848" y="2680607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15488" y="2561771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Jan–12 Jan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66848" y="3108779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15488" y="2989943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Jan–26 Jan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39848" y="3430814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2539848" y="3536950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35541" y="3596640"/>
            <a:ext cx="3634377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35541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9918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66848" y="3965121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15488" y="3846286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Text 42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Jan–19 Jan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66848" y="4393293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15488" y="4274457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Text 46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 Feb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66848" y="4821464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15488" y="4702629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15621" y="4827814"/>
            <a:ext cx="45429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395568" y="3204029"/>
            <a:ext cx="0" cy="856343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70168" y="3204029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rot="5400000">
            <a:off x="6293968" y="3159579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5" name="Shape 53"/>
          <p:cNvSpPr/>
          <p:nvPr/>
        </p:nvSpPr>
        <p:spPr>
          <a:xfrm>
            <a:off x="5335541" y="2775857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10141" y="4060371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5400000">
            <a:off x="5233941" y="4015921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8" name="Shape 56"/>
          <p:cNvSpPr/>
          <p:nvPr/>
        </p:nvSpPr>
        <p:spPr>
          <a:xfrm>
            <a:off x="7455594" y="3204029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30194" y="448854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7353994" y="444409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1" name="Shape 59"/>
          <p:cNvSpPr/>
          <p:nvPr/>
        </p:nvSpPr>
        <p:spPr>
          <a:xfrm>
            <a:off x="8515621" y="4488543"/>
            <a:ext cx="0" cy="428171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490221" y="4916714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5400000">
            <a:off x="8414021" y="4872264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117</Slides>
  <Notes>117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117</vt:i4>
      </vt:variant>
    </vt:vector>
  </HeadingPairs>
  <TitlesOfParts>
    <vt:vector size="1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2026-07-17T05:12:20Z</dcterms:created>
  <dcterms:modified xsi:type="dcterms:W3CDTF">2026-07-17T05:12:20Z</dcterms:modified>
</cp:coreProperties>
</file>