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442808" y="364236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11388" y="218160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11388" y="2353056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708404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85328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4848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45497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40697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3771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3291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853282" y="2453640"/>
              <a:ext cx="1892215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85328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45497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853282" y="27178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853282" y="28575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853282" y="31750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88611" y="3314700"/>
              <a:ext cx="75688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45497" y="3825240"/>
              <a:ext cx="3405988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45497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51485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853282" y="40894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45497" y="4229100"/>
              <a:ext cx="227065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853282" y="4546600"/>
              <a:ext cx="567664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16155" y="4686300"/>
              <a:ext cx="113532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6148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6148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6148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6148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6148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6148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6148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52054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52054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52054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52054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52054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52054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52054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69808" y="2520103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0845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12339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16225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20111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3997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8830" y="2133600"/>
              <a:ext cx="296817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342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37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813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7654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42020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540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4590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1542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9792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9312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367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319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381348" y="2312126"/>
              <a:ext cx="31165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38134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97928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342488" y="2561771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381348" y="2686957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342488" y="2989943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459068" y="3115129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420208" y="3596640"/>
              <a:ext cx="3561806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42020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8201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342488" y="3846286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420208" y="3971471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342488" y="4274457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97928" y="4399643"/>
              <a:ext cx="1038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342488" y="4702629"/>
              <a:ext cx="6233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36788" y="4827814"/>
              <a:ext cx="4452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4590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4336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3574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420208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94808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318608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97928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72528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96328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36788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511388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35188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2026-08-28T20:13:01Z</dcterms:created>
  <dcterms:modified xsi:type="dcterms:W3CDTF">2026-08-28T20:13:01Z</dcterms:modified>
</cp:coreProperties>
</file>