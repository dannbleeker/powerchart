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notesMasterIdLst>
    <p:notesMasterId r:id="rId8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notesMaster" Target="notesMasters/notes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53888" y="39420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56503" y="37388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7044538" y="34950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925283" y="31902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620608" y="25806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2026-07-05T15:36:55Z</dcterms:created>
  <dcterms:modified xsi:type="dcterms:W3CDTF">2026-07-05T15:36:55Z</dcterms:modified>
</cp:coreProperties>
</file>