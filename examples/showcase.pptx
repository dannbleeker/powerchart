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100% stacked column chart. 3 data series: Retail, Online, Wholesale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Mekko chart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3 data series: X, Y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bubble chart. 4 data series: X, Y, Size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Gantt chart. 3 data series: Start, End, Milestone. 5 categories: Scoping, Design, Build, T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pie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doughnut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radar chart. 2 data series: Today, Target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 descr="heatmap. 4 data series: North, South, East, We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 descr="tile-grid map. 1 data series: Revenue. 11 categories: DK, SE, NO, FI and 7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cascade chart. 1 data series: Volume. 4 categories: Total contacts | | Contacts, Answered | Dropped contacts | Contacts, With a case | Without a case | Incidents &amp; Service Requests, Solved in support | Not solved in support | Incidents &amp; Service Request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funnel chart. 1 data series: Deals. 5 categories: Leads, Qualified, Proposal, Negotiation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 descr="waffle chart. 1 data series: Share. 1 category: Subscription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treemap. 1 data series: Revenue. 6 categories: Cloud, Licenses, Services, Hardware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andlestick chart. 4 data series: Open, High, Low, Close. 10 categories: Mon, Tue, Wed, Thu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lustered column chart. 4 data series: Sales, Sales, Sales,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lustered column chart. 2 data series: Actual, Plan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 (horizontal)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stacked column chart. 3 data series: Enterprise, SMB, Consumer. 4 categories: 2025, 2024, 2023, 2022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tacked column chart. 4 data series: EU Product, EU Services, US Product, US Services. 2 categories: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clustered column chart. 1 data series: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clustered column chart. 1 data series: Valuation. 4 categories: Seed,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100% stacked column chart. 2 data series: Won, Lost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waterfall chart. 2 data series: Europe, Americas. 5 categories: FY23, Organic, M&amp;A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 (horizontal)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Mekko chart (horizontal)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3988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25679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3357093" y="29283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686783" y="26748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016473" y="27094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346163" y="22809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catter plot. 6 data series: X, Y, Group, X line and 2 more. 6 categories: Alpha, Bravo, Core, Delta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 descr="scatter plot. 3 data series: X, Y, Trend. 8 categories: 1, 2, 3, 4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67431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 descr="Gantt chart. 10 data series: Start, End, Milestone, After and 6 more. 5 categories: Phase 1 — Discovery, &gt; Interviews | Anna | 12 done, &gt; Synthesis | Ben, Phase 2 — Delivery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stacked column chart. 2 data series: Base, New. 4 categories: 2021,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Margin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catter plot. 2 data series: X, Y. 5 categories: A, B, C, D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 descr="pie chart. 1 data series: Revenue. 4 categories: Retail, Online, Wholesale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299398" y="0"/>
                  </a:moveTo>
                  <a:lnTo>
                    <a:pt x="1433289" y="6916"/>
                  </a:lnTo>
                  <a:lnTo>
                    <a:pt x="1565754" y="27592"/>
                  </a:lnTo>
                  <a:lnTo>
                    <a:pt x="1695384" y="61807"/>
                  </a:lnTo>
                  <a:lnTo>
                    <a:pt x="1820798" y="109198"/>
                  </a:lnTo>
                  <a:lnTo>
                    <a:pt x="1940662" y="169258"/>
                  </a:lnTo>
                  <a:lnTo>
                    <a:pt x="2053699" y="241350"/>
                  </a:lnTo>
                  <a:lnTo>
                    <a:pt x="2158706" y="324705"/>
                  </a:lnTo>
                  <a:lnTo>
                    <a:pt x="2254564" y="418437"/>
                  </a:lnTo>
                  <a:lnTo>
                    <a:pt x="2340255" y="521547"/>
                  </a:lnTo>
                  <a:lnTo>
                    <a:pt x="2414865" y="632938"/>
                  </a:lnTo>
                  <a:lnTo>
                    <a:pt x="2477600" y="751424"/>
                  </a:lnTo>
                  <a:lnTo>
                    <a:pt x="2527792" y="875743"/>
                  </a:lnTo>
                  <a:lnTo>
                    <a:pt x="2564907" y="1004572"/>
                  </a:lnTo>
                  <a:lnTo>
                    <a:pt x="2588550" y="1136540"/>
                  </a:lnTo>
                  <a:lnTo>
                    <a:pt x="2598469" y="1270242"/>
                  </a:lnTo>
                  <a:lnTo>
                    <a:pt x="2594559" y="1404254"/>
                  </a:lnTo>
                  <a:lnTo>
                    <a:pt x="2576860" y="1537150"/>
                  </a:lnTo>
                  <a:lnTo>
                    <a:pt x="2545562" y="1667515"/>
                  </a:lnTo>
                  <a:lnTo>
                    <a:pt x="2500998" y="1793961"/>
                  </a:lnTo>
                  <a:lnTo>
                    <a:pt x="2443642" y="1915142"/>
                  </a:lnTo>
                  <a:lnTo>
                    <a:pt x="2374105" y="2029768"/>
                  </a:lnTo>
                  <a:lnTo>
                    <a:pt x="2293127" y="2136619"/>
                  </a:lnTo>
                  <a:lnTo>
                    <a:pt x="2201570" y="2234557"/>
                  </a:lnTo>
                  <a:lnTo>
                    <a:pt x="2100408" y="2322539"/>
                  </a:lnTo>
                  <a:lnTo>
                    <a:pt x="1990720" y="2399630"/>
                  </a:lnTo>
                  <a:lnTo>
                    <a:pt x="1873671" y="2465008"/>
                  </a:lnTo>
                  <a:lnTo>
                    <a:pt x="1750510" y="2517977"/>
                  </a:lnTo>
                  <a:lnTo>
                    <a:pt x="1622545" y="2557973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43967" y="3294691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9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35348" y="2270851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622545" y="2557973"/>
                  </a:moveTo>
                  <a:lnTo>
                    <a:pt x="1490802" y="2584622"/>
                  </a:lnTo>
                  <a:lnTo>
                    <a:pt x="1357010" y="2597518"/>
                  </a:lnTo>
                  <a:lnTo>
                    <a:pt x="1222602" y="2596525"/>
                  </a:lnTo>
                  <a:lnTo>
                    <a:pt x="1089015" y="2581652"/>
                  </a:lnTo>
                  <a:lnTo>
                    <a:pt x="957680" y="2553059"/>
                  </a:lnTo>
                  <a:lnTo>
                    <a:pt x="830001" y="2511051"/>
                  </a:lnTo>
                  <a:lnTo>
                    <a:pt x="707345" y="2456078"/>
                  </a:lnTo>
                  <a:lnTo>
                    <a:pt x="591024" y="2388729"/>
                  </a:lnTo>
                  <a:lnTo>
                    <a:pt x="482283" y="2309724"/>
                  </a:lnTo>
                  <a:lnTo>
                    <a:pt x="382284" y="2219908"/>
                  </a:lnTo>
                  <a:lnTo>
                    <a:pt x="292100" y="2120242"/>
                  </a:lnTo>
                  <a:lnTo>
                    <a:pt x="212693" y="2011794"/>
                  </a:lnTo>
                  <a:lnTo>
                    <a:pt x="144914" y="1895722"/>
                  </a:lnTo>
                  <a:lnTo>
                    <a:pt x="89489" y="1773270"/>
                  </a:lnTo>
                  <a:lnTo>
                    <a:pt x="47009" y="1645747"/>
                  </a:lnTo>
                  <a:lnTo>
                    <a:pt x="17931" y="1514519"/>
                  </a:lnTo>
                  <a:lnTo>
                    <a:pt x="2564" y="138098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210056" y="4131527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9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2564" y="1380988"/>
                  </a:moveTo>
                  <a:lnTo>
                    <a:pt x="1039" y="1247457"/>
                  </a:lnTo>
                  <a:lnTo>
                    <a:pt x="13226" y="1114475"/>
                  </a:lnTo>
                  <a:lnTo>
                    <a:pt x="38998" y="983445"/>
                  </a:lnTo>
                  <a:lnTo>
                    <a:pt x="78081" y="855753"/>
                  </a:lnTo>
                  <a:lnTo>
                    <a:pt x="130065" y="732746"/>
                  </a:lnTo>
                  <a:lnTo>
                    <a:pt x="194398" y="615724"/>
                  </a:lnTo>
                  <a:lnTo>
                    <a:pt x="270402" y="505923"/>
                  </a:lnTo>
                  <a:lnTo>
                    <a:pt x="357274" y="404503"/>
                  </a:lnTo>
                  <a:lnTo>
                    <a:pt x="454096" y="312534"/>
                  </a:lnTo>
                  <a:lnTo>
                    <a:pt x="559847" y="230988"/>
                  </a:lnTo>
                  <a:lnTo>
                    <a:pt x="673408" y="160727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40990" y="3007549"/>
              <a:ext cx="897763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9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673408" y="160727"/>
                  </a:moveTo>
                  <a:lnTo>
                    <a:pt x="790848" y="103651"/>
                  </a:lnTo>
                  <a:lnTo>
                    <a:pt x="913423" y="58649"/>
                  </a:lnTo>
                  <a:lnTo>
                    <a:pt x="1039895" y="26176"/>
                  </a:lnTo>
                  <a:lnTo>
                    <a:pt x="1168988" y="6561"/>
                  </a:lnTo>
                  <a:lnTo>
                    <a:pt x="1299398" y="0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52171" y="2147618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47994" y="203391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stacked column chart. 3 data series: Base, Plan, Risk. 3 categories: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box-and-whisker plot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 (horizontal)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box-and-whisker plot. 10 data series: Min | 2024, Q1 | 2024, Median | 2024, Q3 | 202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1 data series: Result. 4 categories: Trial 1, Trial 2, Trial 3, Trial 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Actual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combination chart. 3 data series: Actual, Plan, Margin %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2035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2 data series: 2024, 2025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 descr="line chart. 3 data series: Revenue, Band low, Band high. 5 categories: 2023, 2024, 2025, 2026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waterfall chart. 1 data series: Delta. 5 categories: FY23, Volume, Price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 descr="line chart. 4 data series: Brand A, Brand B, Brand C, Private label. 2 categories: 2020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 descr="waffle chart. 1 data series: Orders. 3 categories: Online, Retail, Wholesal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 descr="pie chart. 1 data series: Revenue. 6 categories: EMEA, Americas, APAC, Nordic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Brand A, Brand B, Brand C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bubble chart. 3 data series: X, Y, Size. 5 categories: Alpha, Bravo, Core, Delta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 descr="tile-grid map. 1 data series: Stores. 10 categories: CA, TX, NY, FL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line chart. 1 data series: Orders. 5 categories: Jan, Feb, Mar, Apr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line chart. 1 data series: Base rate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area chart. 1 data series: Net income. 6 categories: 2020, 2021, 2022, 202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2 data series: X, Y. 6 categories: 2019, 2020, 2021, 2022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box-and-whisker plot. 10 data series: s1, s2, s3, s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 descr="scatter plot. 3 data series: X, Y, Color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 descr="line chart. 2 data series: A, B. 7 categories: Jan, Feb, Mar, Apr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9" name="Shape 17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3" name="Shape 21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6" name="Shape 24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7" name="Shape 25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2 data series: Start, End. 7 categories: Phase 1: Discovery, &gt; Research, &gt; Interviews, Phase 2: Buil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ox-and-whisker plot. 10 data series: o1, o2, o3, o4 and 6 more. 3 categories: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radar chart. 4 data series: Peer 1, Peer 2, Peer 3, Us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stacked column chart. 5 data series: Enterprise, SMB, Consumer, Gov and 1 more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 descr="heatmap. 1 data series: Commits. 30 categories: 2025-01-06, 2025-01-07, 2025-01-08, 2025-01-09 and 26 more.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butterfly chart. 4 data series: Women FT, Women PT, Men FT, Men PT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radar chart. 2 data series: 2024, 2025. 5 categories: Revenue $m, NPS, Churn %, Headcoun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 descr="line chart. 1 data series: Signups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stacked column chart. 2 data series: Floor, Range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combination chart. 2 data series: Delta, Margin %. 6 categories: Start, Q1, Q2, Q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39369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1318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8712048" y="2149856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ombination chart. 3 data series: Prod A, Prod B, Share %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425132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554568" y="272097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3487118" y="23841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ombination chart. 3 data series: Revenue, NPS, Orders k. 4 categories: Jan, Feb, Mar, Ap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365665" y="46863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7406170" y="202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 descr="tile-grid map. 1 data series: Stores. 15 categories: CA, TX, NY, FL and 1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 descr="tile-grid map. 4 data series: Q1, Q2, Q3, Q4. 6 categories: CA, TX, NY, FL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100% stacked column chart. 3 data series: New, Renewal, Returns. 3 categories: Q1, Q2, Q3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 descr="doughnut chart. 1 data series: Share. 4 categories: Us, Rival A, Rival B, Other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68437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combination chart. 2 data series: Defects, Cumulative %. 6 categories: Scratches, Dents, Misalign, Crack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8431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41193" y="35458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511388" y="1668463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5 data series: Acme, Globex, Initech, Umbrella and 1 more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line chart (horizontal). 1 data series: Score. 6 categories: Strategy, Execution, Culture, Innovation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 descr="area chart (horizontal). 2 data series: Retail, Online. 5 categories: North, South, East, W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treemap. 1 data series: Revenue. 8 categories: EMEA | Cloud, EMEA | Licenses, EMEA | Services, Americas | Cloud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andlestick chart. 4 data series: Open, High, Low, Close. 10 categories: D1, D2, D3, D4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Gantt chart. 3 data series: Start, End, After. 6 categories: Research, Design, Build, Copywriting and 2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box-and-whisker plot. 8 data series: r1, r2, r3, r4 and 4 more. 3 categories: Lot A, Lot B, Lot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 descr="line chart. 4 data series: Signups, Revenue, Churn %, NPS. 12 categories: w1, w2, w3, w4 and 8 more.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radar chart. 1 data series: Units. 8 categories: Jan, Feb, Mar, Apr and 4 more.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radar chart. 3 data series: Alice, Bob, Cara. 6 categories: Strategy, Delivery, Design, Data and 2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 descr="pie chart. 2 data series: Revenue, Radius. 4 categories: EMEA, Americas, APAC, LatAm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 descr="heatmap. 5 data series: Rev, Cost, Head, NPS and 1 more. 5 categories: Rev, Cost, Head, NPS and 1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heatmap. 6 data series: North, South, East, West and 2 more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 descr="combination chart. 4 data series: Cloud, Licenses, Services, Margin %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2400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Gantt chart. 4 data series: Start, End, Column Cost k€, Column FTE. 6 categories: Discovery | Ana, &gt; Research | Ana, &gt; Concept | Ana, Delivery | Ben and 2 more.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9486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49006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06550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01750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18239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13439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94862" y="2453640"/>
              <a:ext cx="191168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79486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06550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94862" y="27178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794862" y="31750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06550" y="3825240"/>
              <a:ext cx="344104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0655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4759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794862" y="40894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794862" y="45466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0306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0306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0306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0306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0306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0306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0306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6212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46212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46212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46212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6212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46212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46212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4 data series: Start, End, Holiday, After. 4 categories: Spec, Build, Review, Ship.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 descr="scatter plot. 2 data series: X, Y. 40 categories: A1, A2, A3, A4 and 36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51709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ubble chart. 3 data series: X, Y, Size. 8 categories: Alfa, Bravo, Charlie, Delta and 4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82570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89712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scatter plot. 3 data series: X, Y, Group. 12 categories: Northwind, Acme, Globex, Initech and 8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51709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combination chart. 3 data series: Licenses, Services, Consensus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88078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6257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3196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683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44178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5359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waterfall chart. 1 data series: Delta. 8 categories: FY23, Volume, Cost, &gt; Labour and 4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Gantt chart. 3 data series: Start, End, After. 7 categories: Ana, &gt; Spec, &gt; Review, Ben and 3 more.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7265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03267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09270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15273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1275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278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215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910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27551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97071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33554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03074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955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907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5559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5079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1562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1082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275514" y="2312126"/>
              <a:ext cx="31800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27551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5559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215488" y="2561771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215488" y="2989943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335541" y="3596640"/>
              <a:ext cx="3634377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335541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6991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215488" y="3846286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215488" y="4274457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215488" y="4702629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15621" y="4827814"/>
              <a:ext cx="45429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3955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3701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2939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335541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10141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233941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55594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30194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53994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15621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490221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14021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violin plot. 10 data series: s1, s2, s3, s4 and 6 more. 3 categories: API, Web, Batch.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stacked column chart (horizontal). 1 data series: Actual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2026-08-27T21:05:17Z</dcterms:created>
  <dcterms:modified xsi:type="dcterms:W3CDTF">2026-08-27T21:05:17Z</dcterms:modified>
</cp:coreProperties>
</file>