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312126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61771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989943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596640"/>
              <a:ext cx="356180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8201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846286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274457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42488" y="4702629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36788" y="4827814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4590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4336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3574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420208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94808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318608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97928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72528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96328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36788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511388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35188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2026-08-28T19:05:34Z</dcterms:created>
  <dcterms:modified xsi:type="dcterms:W3CDTF">2026-08-28T19:05:34Z</dcterms:modified>
</cp:coreProperties>
</file>