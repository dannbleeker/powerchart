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</p:sldIdLst>
  <p:notesMasterIdLst>
    <p:notesMasterId r:id="rId10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notesMaster" Target="notesMasters/notesMaster1.xml"/><Relationship Id="rId106" Type="http://schemas.openxmlformats.org/officeDocument/2006/relationships/presProps" Target="presProps.xml"/><Relationship Id="rId107" Type="http://schemas.openxmlformats.org/officeDocument/2006/relationships/viewProps" Target="viewProps.xml"/><Relationship Id="rId108" Type="http://schemas.openxmlformats.org/officeDocument/2006/relationships/theme" Target="theme/theme1.xml"/><Relationship Id="rId10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3424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3346"/>
            <a:ext cx="47858" cy="4320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662678"/>
            <a:ext cx="47858" cy="442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652010"/>
            <a:ext cx="47858" cy="4533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641342"/>
            <a:ext cx="47858" cy="4640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630674"/>
            <a:ext cx="47858" cy="474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620006"/>
            <a:ext cx="47858" cy="4853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609338"/>
            <a:ext cx="47858" cy="496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598670"/>
            <a:ext cx="47858" cy="506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588002"/>
            <a:ext cx="47858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577334"/>
            <a:ext cx="47858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566666"/>
            <a:ext cx="47858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555998"/>
            <a:ext cx="47858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545330"/>
            <a:ext cx="47858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534662"/>
            <a:ext cx="47858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523994"/>
            <a:ext cx="47858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513326"/>
            <a:ext cx="47858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502658"/>
            <a:ext cx="47858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91990"/>
            <a:ext cx="47858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81322"/>
            <a:ext cx="47858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70654"/>
            <a:ext cx="47858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59986"/>
            <a:ext cx="47858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49318"/>
            <a:ext cx="47858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38650"/>
            <a:ext cx="47858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7982"/>
            <a:ext cx="47858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416870"/>
            <a:ext cx="47858" cy="6885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405313"/>
            <a:ext cx="47858" cy="7000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393756"/>
            <a:ext cx="47858" cy="71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382199"/>
            <a:ext cx="47858" cy="7232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370642"/>
            <a:ext cx="47858" cy="734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359085"/>
            <a:ext cx="47858" cy="7463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347528"/>
            <a:ext cx="47858" cy="7578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335971"/>
            <a:ext cx="47858" cy="7694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324414"/>
            <a:ext cx="47858" cy="7809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312857"/>
            <a:ext cx="47858" cy="792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301300"/>
            <a:ext cx="47858" cy="8041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289743"/>
            <a:ext cx="47858" cy="8156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278186"/>
            <a:ext cx="47858" cy="8272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266629"/>
            <a:ext cx="47858" cy="838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255072"/>
            <a:ext cx="47858" cy="8503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243515"/>
            <a:ext cx="47858" cy="8618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231958"/>
            <a:ext cx="47858" cy="873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220401"/>
            <a:ext cx="47858" cy="885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208844"/>
            <a:ext cx="47858" cy="8965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97287"/>
            <a:ext cx="47858" cy="908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85730"/>
            <a:ext cx="47858" cy="9196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74173"/>
            <a:ext cx="47858" cy="9312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62616"/>
            <a:ext cx="47858" cy="942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51059"/>
            <a:ext cx="47858" cy="9543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4138613"/>
            <a:ext cx="47858" cy="9667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4125278"/>
            <a:ext cx="47858" cy="9801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4111943"/>
            <a:ext cx="47858" cy="993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4098608"/>
            <a:ext cx="47858" cy="10067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4085273"/>
            <a:ext cx="47858" cy="1020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4071938"/>
            <a:ext cx="47858" cy="1033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4058603"/>
            <a:ext cx="47858" cy="1046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4045268"/>
            <a:ext cx="47858" cy="10601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4031933"/>
            <a:ext cx="47858" cy="1073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4018598"/>
            <a:ext cx="47858" cy="1086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4005263"/>
            <a:ext cx="47858" cy="11001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991927"/>
            <a:ext cx="47858" cy="11134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978593"/>
            <a:ext cx="47858" cy="1126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965257"/>
            <a:ext cx="47858" cy="1140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951923"/>
            <a:ext cx="47858" cy="11534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938588"/>
            <a:ext cx="47858" cy="1166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925253"/>
            <a:ext cx="47858" cy="1180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911918"/>
            <a:ext cx="47858" cy="11934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98583"/>
            <a:ext cx="47858" cy="1206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85248"/>
            <a:ext cx="47858" cy="1220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71913"/>
            <a:ext cx="47858" cy="12334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58578"/>
            <a:ext cx="47858" cy="12468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45243"/>
            <a:ext cx="47858" cy="1260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31908"/>
            <a:ext cx="47858" cy="127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819017"/>
            <a:ext cx="47858" cy="12863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806571"/>
            <a:ext cx="47858" cy="12988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794125"/>
            <a:ext cx="47858" cy="1311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781679"/>
            <a:ext cx="47858" cy="13237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769233"/>
            <a:ext cx="47858" cy="13361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756787"/>
            <a:ext cx="47858" cy="13486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744341"/>
            <a:ext cx="47858" cy="1361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731895"/>
            <a:ext cx="47858" cy="13735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719449"/>
            <a:ext cx="47858" cy="13859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707003"/>
            <a:ext cx="47858" cy="13983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694557"/>
            <a:ext cx="47858" cy="14108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682111"/>
            <a:ext cx="47858" cy="14232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669665"/>
            <a:ext cx="47858" cy="14357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657219"/>
            <a:ext cx="47858" cy="14481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644773"/>
            <a:ext cx="47858" cy="14606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632327"/>
            <a:ext cx="47858" cy="1473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619881"/>
            <a:ext cx="47858" cy="14855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607435"/>
            <a:ext cx="47858" cy="14979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94989"/>
            <a:ext cx="47858" cy="15104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82543"/>
            <a:ext cx="47858" cy="15228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70097"/>
            <a:ext cx="47858" cy="15353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57651"/>
            <a:ext cx="47858" cy="15477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45205"/>
            <a:ext cx="47858" cy="15601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32759"/>
            <a:ext cx="47858" cy="15726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925697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913251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900805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888359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875913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863467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8510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838575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826129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813683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801237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788791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776345"/>
            <a:ext cx="47858" cy="7689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763899"/>
            <a:ext cx="47858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751453"/>
            <a:ext cx="47858" cy="772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739007"/>
            <a:ext cx="47858" cy="774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726561"/>
            <a:ext cx="47858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714115"/>
            <a:ext cx="47858" cy="777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701669"/>
            <a:ext cx="47858" cy="779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89223"/>
            <a:ext cx="47858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76777"/>
            <a:ext cx="47858" cy="783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64331"/>
            <a:ext cx="47858" cy="784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51885"/>
            <a:ext cx="47858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9439"/>
            <a:ext cx="47858" cy="788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627882"/>
            <a:ext cx="47858" cy="7889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617214"/>
            <a:ext cx="47858" cy="7880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606546"/>
            <a:ext cx="47858" cy="7872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595878"/>
            <a:ext cx="47858" cy="7863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585210"/>
            <a:ext cx="47858" cy="785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574542"/>
            <a:ext cx="47858" cy="78454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563874"/>
            <a:ext cx="47858" cy="7836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553206"/>
            <a:ext cx="47858" cy="782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542538"/>
            <a:ext cx="47858" cy="781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531870"/>
            <a:ext cx="47858" cy="7809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521202"/>
            <a:ext cx="47858" cy="780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510534"/>
            <a:ext cx="47858" cy="77920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499866"/>
            <a:ext cx="47858" cy="778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489198"/>
            <a:ext cx="47858" cy="777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478530"/>
            <a:ext cx="47858" cy="7765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467862"/>
            <a:ext cx="47858" cy="7756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457194"/>
            <a:ext cx="47858" cy="774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446526"/>
            <a:ext cx="47858" cy="7738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435858"/>
            <a:ext cx="47858" cy="7729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425190"/>
            <a:ext cx="47858" cy="772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414522"/>
            <a:ext cx="47858" cy="7712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403854"/>
            <a:ext cx="47858" cy="77031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93186"/>
            <a:ext cx="47858" cy="769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82518"/>
            <a:ext cx="47858" cy="768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371405"/>
            <a:ext cx="47858" cy="7672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359849"/>
            <a:ext cx="47858" cy="7654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348292"/>
            <a:ext cx="47858" cy="7636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336735"/>
            <a:ext cx="47858" cy="76187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325178"/>
            <a:ext cx="47858" cy="7600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313621"/>
            <a:ext cx="47858" cy="7583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302064"/>
            <a:ext cx="47858" cy="7565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290507"/>
            <a:ext cx="47858" cy="7547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278950"/>
            <a:ext cx="47858" cy="7529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267392"/>
            <a:ext cx="47858" cy="7512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255836"/>
            <a:ext cx="47858" cy="7494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244279"/>
            <a:ext cx="47858" cy="7476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232722"/>
            <a:ext cx="47858" cy="745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221165"/>
            <a:ext cx="47858" cy="744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209608"/>
            <a:ext cx="47858" cy="742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198051"/>
            <a:ext cx="47858" cy="7405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186493"/>
            <a:ext cx="47858" cy="738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174937"/>
            <a:ext cx="47858" cy="7369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163380"/>
            <a:ext cx="47858" cy="7352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151823"/>
            <a:ext cx="47858" cy="7334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140265"/>
            <a:ext cx="47858" cy="7316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128709"/>
            <a:ext cx="47858" cy="7298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117152"/>
            <a:ext cx="47858" cy="7280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105595"/>
            <a:ext cx="47858" cy="7263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3095371"/>
            <a:ext cx="47858" cy="72364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3086481"/>
            <a:ext cx="47858" cy="7200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3077591"/>
            <a:ext cx="47858" cy="7165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3068701"/>
            <a:ext cx="47858" cy="71297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3059811"/>
            <a:ext cx="47858" cy="7094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3050921"/>
            <a:ext cx="47858" cy="7058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3042031"/>
            <a:ext cx="47858" cy="70231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3033141"/>
            <a:ext cx="47858" cy="6987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3024251"/>
            <a:ext cx="47858" cy="6951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3015361"/>
            <a:ext cx="47858" cy="691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3006471"/>
            <a:ext cx="47858" cy="6880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997581"/>
            <a:ext cx="47858" cy="6845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988691"/>
            <a:ext cx="47858" cy="68097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979801"/>
            <a:ext cx="47858" cy="6774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970911"/>
            <a:ext cx="47858" cy="6738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962021"/>
            <a:ext cx="47858" cy="6703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953131"/>
            <a:ext cx="47858" cy="6667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944241"/>
            <a:ext cx="47858" cy="6631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935351"/>
            <a:ext cx="47858" cy="6596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926461"/>
            <a:ext cx="47858" cy="6560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917571"/>
            <a:ext cx="47858" cy="6525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908681"/>
            <a:ext cx="47858" cy="64897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99791"/>
            <a:ext cx="47858" cy="6454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90901"/>
            <a:ext cx="47858" cy="6418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Text 21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" name="Text 23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223360" y="3906647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36604" y="2871407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88914" y="3271901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60561" y="2342650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3595754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85141" y="262393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54565" y="4188528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647565" y="3072032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58382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854281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028721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424716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012251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472710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702080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430116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6200000"/>
              <a:gd name="adj2" fmla="val 944056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44056"/>
              <a:gd name="adj2" fmla="val 9251748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9251748"/>
              <a:gd name="adj2" fmla="val 14538462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prstGeom prst="pie">
            <a:avLst>
              <a:gd name="adj1" fmla="val 14538462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Treemap — Revenue by product 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20900" cy="346710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542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111348" y="20066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206848" y="1828800"/>
            <a:ext cx="2476500" cy="1975757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44948" y="18542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244948" y="20066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206848" y="3817257"/>
            <a:ext cx="2476500" cy="1478643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44948" y="38426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244948" y="39950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696048" y="1828800"/>
            <a:ext cx="1409700" cy="172720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34148" y="18542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734148" y="20066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696048" y="3568700"/>
            <a:ext cx="1409700" cy="1074738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4148" y="35941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734148" y="37465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696048" y="4656138"/>
            <a:ext cx="1409700" cy="639763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4148" y="46815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34148" y="48339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— Revenue by region and product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prstGeom prst="pie">
            <a:avLst>
              <a:gd name="adj1" fmla="val 16200000"/>
              <a:gd name="adj2" fmla="val 2781818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16200000"/>
              <a:gd name="adj2" fmla="val 20127273"/>
            </a:avLst>
          </a:pr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20127273"/>
              <a:gd name="adj2" fmla="val 1145455"/>
            </a:avLst>
          </a:pr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1145455"/>
              <a:gd name="adj2" fmla="val 2781818"/>
            </a:avLst>
          </a:pr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prstGeom prst="pie">
            <a:avLst>
              <a:gd name="adj1" fmla="val 2781818"/>
              <a:gd name="adj2" fmla="val 11290909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2781818"/>
              <a:gd name="adj2" fmla="val 8018182"/>
            </a:avLst>
          </a:pr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8018182"/>
              <a:gd name="adj2" fmla="val 11290909"/>
            </a:avLst>
          </a:pr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prstGeom prst="pie">
            <a:avLst>
              <a:gd name="adj1" fmla="val 11290909"/>
              <a:gd name="adj2" fmla="val 1620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11290909"/>
              <a:gd name="adj2" fmla="val 14236364"/>
            </a:avLst>
          </a:pr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14236364"/>
              <a:gd name="adj2" fmla="val 16200000"/>
            </a:avLst>
          </a:pr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Violin — Response 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798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864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33776" y="4465320"/>
            <a:ext cx="1685544" cy="160020"/>
          </a:xfrm>
          <a:custGeom>
            <a:avLst/>
            <a:gdLst/>
            <a:ahLst/>
            <a:cxnLst/>
            <a:rect l="l" t="t" r="r" b="b"/>
            <a:pathLst>
              <a:path w="1685544" h="160020">
                <a:moveTo>
                  <a:pt x="1416794" y="160020"/>
                </a:moveTo>
                <a:lnTo>
                  <a:pt x="1685544" y="80010"/>
                </a:lnTo>
                <a:lnTo>
                  <a:pt x="1228029" y="0"/>
                </a:lnTo>
                <a:lnTo>
                  <a:pt x="457515" y="0"/>
                </a:lnTo>
                <a:lnTo>
                  <a:pt x="0" y="80010"/>
                </a:lnTo>
                <a:lnTo>
                  <a:pt x="268750" y="16002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81577" y="4559332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40376" y="4065270"/>
            <a:ext cx="1685544" cy="320040"/>
          </a:xfrm>
          <a:custGeom>
            <a:avLst/>
            <a:gdLst/>
            <a:ahLst/>
            <a:cxnLst/>
            <a:rect l="l" t="t" r="r" b="b"/>
            <a:pathLst>
              <a:path w="1685544" h="320040">
                <a:moveTo>
                  <a:pt x="1115793" y="320040"/>
                </a:moveTo>
                <a:lnTo>
                  <a:pt x="1623451" y="240030"/>
                </a:lnTo>
                <a:lnTo>
                  <a:pt x="1685544" y="160020"/>
                </a:lnTo>
                <a:lnTo>
                  <a:pt x="1513716" y="80010"/>
                </a:lnTo>
                <a:lnTo>
                  <a:pt x="1258806" y="0"/>
                </a:lnTo>
                <a:lnTo>
                  <a:pt x="426738" y="0"/>
                </a:lnTo>
                <a:lnTo>
                  <a:pt x="171828" y="80010"/>
                </a:lnTo>
                <a:lnTo>
                  <a:pt x="0" y="160020"/>
                </a:lnTo>
                <a:lnTo>
                  <a:pt x="62093" y="240030"/>
                </a:lnTo>
                <a:lnTo>
                  <a:pt x="569751" y="32004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88177" y="423529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46976" y="2145030"/>
            <a:ext cx="1685544" cy="720090"/>
          </a:xfrm>
          <a:custGeom>
            <a:avLst/>
            <a:gdLst/>
            <a:ahLst/>
            <a:cxnLst/>
            <a:rect l="l" t="t" r="r" b="b"/>
            <a:pathLst>
              <a:path w="1685544" h="720090">
                <a:moveTo>
                  <a:pt x="1013144" y="720090"/>
                </a:moveTo>
                <a:lnTo>
                  <a:pt x="1145283" y="640080"/>
                </a:lnTo>
                <a:lnTo>
                  <a:pt x="1292493" y="560070"/>
                </a:lnTo>
                <a:lnTo>
                  <a:pt x="1467223" y="480060"/>
                </a:lnTo>
                <a:lnTo>
                  <a:pt x="1624798" y="400050"/>
                </a:lnTo>
                <a:lnTo>
                  <a:pt x="1685544" y="320040"/>
                </a:lnTo>
                <a:lnTo>
                  <a:pt x="1670180" y="240030"/>
                </a:lnTo>
                <a:lnTo>
                  <a:pt x="1598784" y="160020"/>
                </a:lnTo>
                <a:lnTo>
                  <a:pt x="1410389" y="80010"/>
                </a:lnTo>
                <a:lnTo>
                  <a:pt x="1149312" y="0"/>
                </a:lnTo>
                <a:lnTo>
                  <a:pt x="536232" y="0"/>
                </a:lnTo>
                <a:lnTo>
                  <a:pt x="275155" y="80010"/>
                </a:lnTo>
                <a:lnTo>
                  <a:pt x="86760" y="160020"/>
                </a:lnTo>
                <a:lnTo>
                  <a:pt x="15364" y="240030"/>
                </a:lnTo>
                <a:lnTo>
                  <a:pt x="0" y="320040"/>
                </a:lnTo>
                <a:lnTo>
                  <a:pt x="60746" y="400050"/>
                </a:lnTo>
                <a:lnTo>
                  <a:pt x="218321" y="480060"/>
                </a:lnTo>
                <a:lnTo>
                  <a:pt x="393051" y="560070"/>
                </a:lnTo>
                <a:lnTo>
                  <a:pt x="540261" y="640080"/>
                </a:lnTo>
                <a:lnTo>
                  <a:pt x="672400" y="720090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94777" y="247507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Candlestick — 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752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2772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791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11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831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851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871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890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910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74238" y="27051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3743" y="27584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7621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25723" y="27584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819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27703" y="2651760"/>
            <a:ext cx="30099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80178" y="2598420"/>
            <a:ext cx="0" cy="16002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683" y="265176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8215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31663" y="259842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41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643" y="24917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86118" y="23850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5623" y="2491740"/>
            <a:ext cx="30099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809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37603" y="2545080"/>
            <a:ext cx="300990" cy="10668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0078" y="25450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9583" y="2598420"/>
            <a:ext cx="300990" cy="5334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9205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41563" y="2491740"/>
            <a:ext cx="30099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543648" y="21900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361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8992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29606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76269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1002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4535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7523" y="3263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70510" y="3670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13498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6485" y="2247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86135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29123" y="3219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672110" y="3625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15098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58085" y="2203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6200000"/>
              <a:gd name="adj2" fmla="val 45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prstGeom prst="pie">
            <a:avLst>
              <a:gd name="adj1" fmla="val 4536000"/>
              <a:gd name="adj2" fmla="val 10584000"/>
            </a:avLst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0584000"/>
              <a:gd name="adj2" fmla="val 14472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prstGeom prst="pie">
            <a:avLst>
              <a:gd name="adj1" fmla="val 14472000"/>
              <a:gd name="adj2" fmla="val 1620000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2160000"/>
              <a:gd name="adj2" fmla="val 7920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7920000"/>
              <a:gd name="adj2" fmla="val 1512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5120000"/>
              <a:gd name="adj2" fmla="val 1944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prstGeom prst="pie">
            <a:avLst>
              <a:gd name="adj1" fmla="val 19440000"/>
              <a:gd name="adj2" fmla="val 2160000"/>
            </a:avLst>
          </a:pr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781300" cy="12192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260948" y="1879600"/>
            <a:ext cx="2781300" cy="12192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6311748" y="19050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098800"/>
            <a:ext cx="2781300" cy="20320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60948" y="3098800"/>
            <a:ext cx="2781300" cy="20320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6311748" y="3124200"/>
            <a:ext cx="26797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60948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0988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873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3998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12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6249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431900" y="3954532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64841" y="2430683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342790" y="3308913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0860" y="1790192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981204" y="2668947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87160" y="2000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713674" y="26098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459911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760765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777836" y="40322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1924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6075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0226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4377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18528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2678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26829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0980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35131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282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43432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7583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51734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558851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600359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41867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683375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724883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766390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7898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849406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890914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932422" y="4422648"/>
            <a:ext cx="4785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393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01543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05694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09845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13996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18146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22297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26448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30599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34750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8900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3051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7202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51353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55039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96547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38055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79563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21071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2578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04086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45594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87102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28610" y="4145280"/>
            <a:ext cx="4785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7011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1162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5313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9464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3614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7765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916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067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0218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4368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38519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2670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46821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0971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551227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592735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634243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675751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717259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8766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00274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841782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883290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924798" y="3825240"/>
            <a:ext cx="4785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96630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00781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04932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09082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233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17384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21535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25686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29836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33987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38138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42289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46440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50590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547415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588923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630431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671939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713447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754954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7796462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837970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879478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920986" y="3526536"/>
            <a:ext cx="4785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97774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1924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06075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10226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14377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18528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22678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26829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30980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35131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39282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43432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47583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51734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558851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600359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641867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683375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724883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766390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807898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849406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90914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32422" y="3633216"/>
            <a:ext cx="4785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393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1543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05694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09845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513996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518146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22297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526448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30599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34750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38900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43051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47202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51353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555039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596547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638055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679563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721071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762578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804086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845594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887102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928610" y="3377184"/>
            <a:ext cx="4785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97011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01162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05313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09464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13614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17765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21916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26067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30218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34368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8519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2670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6821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0971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51227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92735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634243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675751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717259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758766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800274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841782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83290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924798" y="3099816"/>
            <a:ext cx="4785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96630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00781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04932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9082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13233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7384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21535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5686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9836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987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138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2289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6440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0590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47415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588923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30431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671939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13447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754954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796462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837970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879478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920986" y="2886456"/>
            <a:ext cx="4785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09" name="Text 207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73146"/>
            <a:ext cx="39511" cy="7627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0742" y="3105150"/>
            <a:ext cx="39511" cy="752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43903" y="3137154"/>
            <a:ext cx="39511" cy="7414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77064" y="3169158"/>
            <a:ext cx="39511" cy="730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10225" y="3201162"/>
            <a:ext cx="39511" cy="720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43386" y="3233166"/>
            <a:ext cx="39511" cy="7094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076548" y="3265170"/>
            <a:ext cx="39511" cy="6987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09709" y="3297174"/>
            <a:ext cx="39511" cy="688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42870" y="3329178"/>
            <a:ext cx="39511" cy="677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176031" y="3361182"/>
            <a:ext cx="39511" cy="6667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209192" y="3393186"/>
            <a:ext cx="39511" cy="656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242353" y="3425190"/>
            <a:ext cx="39511" cy="6454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275514" y="3457194"/>
            <a:ext cx="39511" cy="6347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308675" y="3489198"/>
            <a:ext cx="39511" cy="6240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341836" y="3521202"/>
            <a:ext cx="39511" cy="6134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374998" y="3553206"/>
            <a:ext cx="39511" cy="6027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408159" y="3585210"/>
            <a:ext cx="39511" cy="5920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1320" y="3617214"/>
            <a:ext cx="39511" cy="581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474481" y="3649218"/>
            <a:ext cx="39511" cy="5707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507642" y="3681222"/>
            <a:ext cx="39511" cy="560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540803" y="3713226"/>
            <a:ext cx="39511" cy="5494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573964" y="3745230"/>
            <a:ext cx="39511" cy="538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607125" y="3777234"/>
            <a:ext cx="39511" cy="528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640286" y="3809238"/>
            <a:ext cx="39511" cy="5173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4673448" y="3825240"/>
            <a:ext cx="39511" cy="5213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4706609" y="3825240"/>
            <a:ext cx="39511" cy="540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739770" y="3825240"/>
            <a:ext cx="39511" cy="5587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772931" y="3825240"/>
            <a:ext cx="39511" cy="5774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806092" y="3825240"/>
            <a:ext cx="39511" cy="596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4839253" y="3825240"/>
            <a:ext cx="39511" cy="614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4872414" y="3825240"/>
            <a:ext cx="39511" cy="6334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4905575" y="3825240"/>
            <a:ext cx="39511" cy="6520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4938736" y="3825240"/>
            <a:ext cx="39511" cy="6707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4971898" y="3825240"/>
            <a:ext cx="39511" cy="6894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005059" y="3825240"/>
            <a:ext cx="39511" cy="708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038220" y="3825240"/>
            <a:ext cx="39511" cy="7267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071381" y="3825240"/>
            <a:ext cx="39511" cy="7454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104542" y="3825240"/>
            <a:ext cx="39511" cy="7640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137703" y="3825240"/>
            <a:ext cx="39511" cy="782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70864" y="3825240"/>
            <a:ext cx="39511" cy="8014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204025" y="3825240"/>
            <a:ext cx="39511" cy="8201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237186" y="3825240"/>
            <a:ext cx="39511" cy="8387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270348" y="3825240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303509" y="3825240"/>
            <a:ext cx="39511" cy="8761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336670" y="3825240"/>
            <a:ext cx="39511" cy="8947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5369831" y="3825240"/>
            <a:ext cx="39511" cy="9134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5402992" y="3825240"/>
            <a:ext cx="39511" cy="932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5436153" y="3825240"/>
            <a:ext cx="39511" cy="9507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5469314" y="3819906"/>
            <a:ext cx="39511" cy="9454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502475" y="3809238"/>
            <a:ext cx="39511" cy="916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535636" y="3798570"/>
            <a:ext cx="39511" cy="8867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568798" y="3787902"/>
            <a:ext cx="39511" cy="8574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5601959" y="3777234"/>
            <a:ext cx="39511" cy="828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5635120" y="3766566"/>
            <a:ext cx="39511" cy="7987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5668281" y="3755898"/>
            <a:ext cx="39511" cy="7694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5701442" y="3745230"/>
            <a:ext cx="39511" cy="740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5734603" y="3734562"/>
            <a:ext cx="39511" cy="7107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5767764" y="3723894"/>
            <a:ext cx="39511" cy="681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5800925" y="3713226"/>
            <a:ext cx="39511" cy="652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5834086" y="3702558"/>
            <a:ext cx="39511" cy="6227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5867248" y="3691890"/>
            <a:ext cx="39511" cy="5934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5900409" y="3681222"/>
            <a:ext cx="39511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5933570" y="3670554"/>
            <a:ext cx="39511" cy="5347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5966731" y="3659886"/>
            <a:ext cx="39511" cy="505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5999892" y="3649218"/>
            <a:ext cx="39511" cy="4760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033053" y="3638550"/>
            <a:ext cx="39511" cy="446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6066214" y="3627882"/>
            <a:ext cx="39511" cy="4173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6099375" y="3617214"/>
            <a:ext cx="39511" cy="3880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6132536" y="3606546"/>
            <a:ext cx="39511" cy="3587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6165698" y="3595878"/>
            <a:ext cx="39511" cy="329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6198859" y="3585210"/>
            <a:ext cx="39511" cy="3000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6232020" y="3574542"/>
            <a:ext cx="39511" cy="2707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6265181" y="3550539"/>
            <a:ext cx="39511" cy="2747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6298342" y="3513201"/>
            <a:ext cx="39511" cy="3120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331503" y="3475863"/>
            <a:ext cx="39511" cy="3493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364664" y="3438525"/>
            <a:ext cx="39511" cy="3867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397825" y="3401187"/>
            <a:ext cx="39511" cy="4240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430986" y="3363849"/>
            <a:ext cx="39511" cy="4613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464148" y="3326511"/>
            <a:ext cx="39511" cy="4987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497309" y="3289173"/>
            <a:ext cx="39511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530470" y="3251835"/>
            <a:ext cx="39511" cy="5734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6563631" y="3214497"/>
            <a:ext cx="39511" cy="610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596792" y="3177159"/>
            <a:ext cx="39511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953" y="3139821"/>
            <a:ext cx="39511" cy="6854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663114" y="3102483"/>
            <a:ext cx="39511" cy="7227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696275" y="3065145"/>
            <a:ext cx="39511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729436" y="3027807"/>
            <a:ext cx="39511" cy="797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762598" y="2990469"/>
            <a:ext cx="39511" cy="8347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795759" y="2953131"/>
            <a:ext cx="39511" cy="872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828920" y="2915793"/>
            <a:ext cx="39511" cy="909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862081" y="2878455"/>
            <a:ext cx="39511" cy="946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895242" y="2841117"/>
            <a:ext cx="39511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928403" y="2803779"/>
            <a:ext cx="39511" cy="1021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961564" y="2766441"/>
            <a:ext cx="39511" cy="10587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994725" y="2729103"/>
            <a:ext cx="39511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027886" y="2691765"/>
            <a:ext cx="39511" cy="11334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061048" y="2662428"/>
            <a:ext cx="39511" cy="11628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094209" y="2641092"/>
            <a:ext cx="39511" cy="11841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127370" y="2619756"/>
            <a:ext cx="39511" cy="12054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160531" y="2598420"/>
            <a:ext cx="39511" cy="12268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7193692" y="2577084"/>
            <a:ext cx="39511" cy="12481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7226853" y="2555748"/>
            <a:ext cx="39511" cy="12694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7260014" y="2534412"/>
            <a:ext cx="39511" cy="12908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293175" y="2513076"/>
            <a:ext cx="39511" cy="13121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326336" y="2491740"/>
            <a:ext cx="39511" cy="13335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359498" y="2470404"/>
            <a:ext cx="39511" cy="13548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6" name="Shape 124"/>
          <p:cNvSpPr/>
          <p:nvPr/>
        </p:nvSpPr>
        <p:spPr>
          <a:xfrm>
            <a:off x="7392659" y="2449068"/>
            <a:ext cx="39511" cy="1376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7" name="Shape 125"/>
          <p:cNvSpPr/>
          <p:nvPr/>
        </p:nvSpPr>
        <p:spPr>
          <a:xfrm>
            <a:off x="7425820" y="2427732"/>
            <a:ext cx="39511" cy="13975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458981" y="2406396"/>
            <a:ext cx="39511" cy="1418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9" name="Shape 127"/>
          <p:cNvSpPr/>
          <p:nvPr/>
        </p:nvSpPr>
        <p:spPr>
          <a:xfrm>
            <a:off x="7492142" y="2385060"/>
            <a:ext cx="39511" cy="14401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525303" y="2363724"/>
            <a:ext cx="39511" cy="146151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1" name="Shape 129"/>
          <p:cNvSpPr/>
          <p:nvPr/>
        </p:nvSpPr>
        <p:spPr>
          <a:xfrm>
            <a:off x="7558464" y="2342388"/>
            <a:ext cx="39511" cy="1482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591625" y="2321052"/>
            <a:ext cx="39511" cy="15041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624786" y="2299716"/>
            <a:ext cx="39511" cy="15255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657948" y="2278380"/>
            <a:ext cx="39511" cy="15468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691109" y="2257044"/>
            <a:ext cx="39511" cy="15681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724270" y="2235708"/>
            <a:ext cx="39511" cy="15895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57431" y="2214372"/>
            <a:ext cx="39511" cy="1610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790592" y="2193036"/>
            <a:ext cx="39511" cy="16322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823753" y="2171700"/>
            <a:ext cx="39511" cy="16535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8832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33848" y="3911600"/>
            <a:ext cx="741680" cy="1625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6120000">
            <a:off x="5653888" y="394208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1" name="Shape 19"/>
          <p:cNvSpPr/>
          <p:nvPr/>
        </p:nvSpPr>
        <p:spPr>
          <a:xfrm flipV="1">
            <a:off x="6075528" y="3505200"/>
            <a:ext cx="463550" cy="5689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2340000">
            <a:off x="6256503" y="373888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3" name="Shape 21"/>
          <p:cNvSpPr/>
          <p:nvPr/>
        </p:nvSpPr>
        <p:spPr>
          <a:xfrm>
            <a:off x="6539078" y="3505200"/>
            <a:ext cx="1112520" cy="812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5640000">
            <a:off x="7044538" y="34950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5" name="Shape 23"/>
          <p:cNvSpPr/>
          <p:nvPr/>
        </p:nvSpPr>
        <p:spPr>
          <a:xfrm flipV="1">
            <a:off x="7651598" y="2895600"/>
            <a:ext cx="648970" cy="69088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rot="2580000">
            <a:off x="7925283" y="31902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7" name="Shape 25"/>
          <p:cNvSpPr/>
          <p:nvPr/>
        </p:nvSpPr>
        <p:spPr>
          <a:xfrm flipV="1">
            <a:off x="8300568" y="2367280"/>
            <a:ext cx="741680" cy="52832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rot="3300000">
            <a:off x="8620608" y="2580640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9" name="Shape 27"/>
          <p:cNvSpPr/>
          <p:nvPr/>
        </p:nvSpPr>
        <p:spPr>
          <a:xfrm>
            <a:off x="5295748" y="3873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37428" y="40360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500978" y="34671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13498" y="35483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62468" y="28575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04148" y="2329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7348" y="3829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39028" y="39916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602578" y="34226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15098" y="35039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64068" y="281305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679028" y="228473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18516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1851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58540"/>
            <a:ext cx="1029123" cy="48006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9334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78869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7696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73224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6193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447461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2989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6348" y="254508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86348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71786" y="2918460"/>
            <a:ext cx="1029123" cy="6934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1786" y="339852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50003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58829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44357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29885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38712" y="33794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4240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33066" y="29527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8594" y="27393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04122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71786" y="32080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57481" y="36118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642919" y="3825240"/>
            <a:ext cx="1029123" cy="42672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235608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921136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429963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115491" y="42329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801018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09845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995373" y="40195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875255" y="35928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2" name="Shape 20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3" name="Shape 21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5" name="Shape 23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6" name="Shape 24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8" name="Shape 26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29" name="Shape 27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0" name="Shape 28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1" name="Shape 29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2" name="Shape 30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4" name="Shape 32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5" name="Shape 33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6" name="Shape 34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7" name="Shape 35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38" name="Shape 36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39" name="Shape 37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0" name="Shape 38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1" name="Shape 39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2" name="Shape 40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3" name="Shape 41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4" name="Text 42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4275938" y="3959225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179860" y="3014663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22848" y="3505835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265835" y="2447925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752563" y="3770313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586953" y="28257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27523" y="4261485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779108" y="3203575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77538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5281460" y="297021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324448" y="346138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7367435" y="24034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7854163" y="372586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8056093" y="278130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5629123" y="421703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880708" y="31591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415214" y="3345180"/>
            <a:ext cx="0" cy="28003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15214" y="40852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3451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43053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625215"/>
            <a:ext cx="1029123" cy="460058"/>
          </a:xfrm>
          <a:custGeom>
            <a:avLst/>
            <a:gdLst/>
            <a:ahLst/>
            <a:cxnLst/>
            <a:rect l="l" t="t" r="r" b="b"/>
            <a:pathLst>
              <a:path w="1029123" h="460058">
                <a:moveTo>
                  <a:pt x="0" y="0"/>
                </a:moveTo>
                <a:lnTo>
                  <a:pt x="1029123" y="0"/>
                </a:lnTo>
                <a:lnTo>
                  <a:pt x="1029123" y="11622"/>
                </a:lnTo>
                <a:lnTo>
                  <a:pt x="771843" y="240030"/>
                </a:lnTo>
                <a:lnTo>
                  <a:pt x="1029123" y="460058"/>
                </a:lnTo>
                <a:lnTo>
                  <a:pt x="1029123" y="460058"/>
                </a:lnTo>
                <a:lnTo>
                  <a:pt x="0" y="460058"/>
                </a:lnTo>
                <a:lnTo>
                  <a:pt x="0" y="460058"/>
                </a:lnTo>
                <a:lnTo>
                  <a:pt x="257281" y="240030"/>
                </a:lnTo>
                <a:lnTo>
                  <a:pt x="0" y="11622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57933" y="386524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00653" y="367474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86348" y="2945130"/>
            <a:ext cx="0" cy="360045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86348" y="3845243"/>
            <a:ext cx="0" cy="14001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294513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39852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305175"/>
            <a:ext cx="1029123" cy="540068"/>
          </a:xfrm>
          <a:custGeom>
            <a:avLst/>
            <a:gdLst/>
            <a:ahLst/>
            <a:cxnLst/>
            <a:rect l="l" t="t" r="r" b="b"/>
            <a:pathLst>
              <a:path w="1029123" h="540068">
                <a:moveTo>
                  <a:pt x="0" y="0"/>
                </a:moveTo>
                <a:lnTo>
                  <a:pt x="1029123" y="0"/>
                </a:lnTo>
                <a:lnTo>
                  <a:pt x="1029123" y="51909"/>
                </a:lnTo>
                <a:lnTo>
                  <a:pt x="771843" y="320040"/>
                </a:lnTo>
                <a:lnTo>
                  <a:pt x="1029123" y="540068"/>
                </a:lnTo>
                <a:lnTo>
                  <a:pt x="1029123" y="540068"/>
                </a:lnTo>
                <a:lnTo>
                  <a:pt x="0" y="540068"/>
                </a:lnTo>
                <a:lnTo>
                  <a:pt x="0" y="540068"/>
                </a:lnTo>
                <a:lnTo>
                  <a:pt x="257281" y="320040"/>
                </a:lnTo>
                <a:lnTo>
                  <a:pt x="0" y="51909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29067" y="3625215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71786" y="3434715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57481" y="1905000"/>
            <a:ext cx="0" cy="500063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7481" y="3285173"/>
            <a:ext cx="0" cy="22002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2405063"/>
            <a:ext cx="1029123" cy="880110"/>
          </a:xfrm>
          <a:custGeom>
            <a:avLst/>
            <a:gdLst/>
            <a:ahLst/>
            <a:cxnLst/>
            <a:rect l="l" t="t" r="r" b="b"/>
            <a:pathLst>
              <a:path w="1029123" h="880110">
                <a:moveTo>
                  <a:pt x="0" y="0"/>
                </a:moveTo>
                <a:lnTo>
                  <a:pt x="1029123" y="0"/>
                </a:lnTo>
                <a:lnTo>
                  <a:pt x="1029123" y="103113"/>
                </a:lnTo>
                <a:lnTo>
                  <a:pt x="771842" y="540067"/>
                </a:lnTo>
                <a:lnTo>
                  <a:pt x="1029123" y="880110"/>
                </a:lnTo>
                <a:lnTo>
                  <a:pt x="1029123" y="880110"/>
                </a:lnTo>
                <a:lnTo>
                  <a:pt x="0" y="880110"/>
                </a:lnTo>
                <a:lnTo>
                  <a:pt x="0" y="880110"/>
                </a:lnTo>
                <a:lnTo>
                  <a:pt x="257281" y="540067"/>
                </a:lnTo>
                <a:lnTo>
                  <a:pt x="0" y="10311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00200" y="294513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42919" y="275463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348343" cy="34834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688290" y="5118100"/>
            <a:ext cx="348343" cy="348343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4049333" y="5118100"/>
            <a:ext cx="348343" cy="348343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4410376" y="5118100"/>
            <a:ext cx="348343" cy="348343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1419" y="5118100"/>
            <a:ext cx="348343" cy="348343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5132462" y="5118100"/>
            <a:ext cx="348343" cy="348343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5493505" y="5118100"/>
            <a:ext cx="348343" cy="348343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5854548" y="5118100"/>
            <a:ext cx="348343" cy="348343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6215590" y="5118100"/>
            <a:ext cx="348343" cy="348343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6576633" y="5118100"/>
            <a:ext cx="348343" cy="348343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6937676" y="5118100"/>
            <a:ext cx="348343" cy="348343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7298719" y="5118100"/>
            <a:ext cx="348343" cy="348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7685162" y="5118100"/>
            <a:ext cx="3810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Hexagonal tile map (US)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52384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22386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27586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97588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08240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8243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187804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7806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67368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FE6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37370" y="228355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37370" y="244230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3194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8E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950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950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151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151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9107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107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0639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0641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50203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20205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29767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9769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09331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9333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79333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6845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96AEE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8461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38461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4802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1802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2758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9758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173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1732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129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2129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3085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860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10421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0423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789985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987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9549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FD9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39551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39551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49113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19115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2867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DE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98679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98679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70824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AD5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8243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78243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18780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780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152384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22386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122386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3194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01950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151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8151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76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9EE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61078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61078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0639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064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550203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20205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029767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99769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09331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79333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88895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58897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46845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43846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794802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91802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51294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EF1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1296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321296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3085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860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10421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0423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789985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759987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69549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9551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749113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8ED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19115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6719115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722867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98679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7198679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4591076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87A4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61078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61078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070639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040641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5550203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520205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029767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999769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6509331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CF0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479333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479333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988895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58897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392166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62168" y="455598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6749113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AEC0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19115" y="462114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19115" y="477989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3122386" y="506730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85886" y="506730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249386" y="506730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12886" y="506730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6386" y="506730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39886" y="506730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503386" y="506730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566886" y="506730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0386" y="506730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693886" y="506730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757386" y="506730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820886" y="506730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884386" y="506730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947886" y="506730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011386" y="506730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074886" y="506730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8386" y="506730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201886" y="506730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265386" y="506730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328886" y="506730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392386" y="506730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455886" y="506730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519386" y="506730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82886" y="506730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4" name="Text 142"/>
          <p:cNvSpPr/>
          <p:nvPr/>
        </p:nvSpPr>
        <p:spPr>
          <a:xfrm>
            <a:off x="3122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3884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4773386" y="506730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7" name="Text 145"/>
          <p:cNvSpPr/>
          <p:nvPr/>
        </p:nvSpPr>
        <p:spPr>
          <a:xfrm>
            <a:off x="4913086" y="504190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with per-region mini-bars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148104" y="2909461"/>
            <a:ext cx="65623" cy="38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0077" y="2901771"/>
            <a:ext cx="65623" cy="461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051" y="2897927"/>
            <a:ext cx="65623" cy="499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64024" y="2886393"/>
            <a:ext cx="65623" cy="61516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8" name="Text 16"/>
          <p:cNvSpPr/>
          <p:nvPr/>
        </p:nvSpPr>
        <p:spPr>
          <a:xfrm>
            <a:off x="410750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450834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490919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5310035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0879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111723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0" name="Text 28"/>
          <p:cNvSpPr/>
          <p:nvPr/>
        </p:nvSpPr>
        <p:spPr>
          <a:xfrm>
            <a:off x="6512566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54854" y="2878703"/>
            <a:ext cx="65623" cy="692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7426827" y="2871014"/>
            <a:ext cx="65623" cy="768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4" name="Shape 32"/>
          <p:cNvSpPr/>
          <p:nvPr/>
        </p:nvSpPr>
        <p:spPr>
          <a:xfrm>
            <a:off x="7498801" y="2863324"/>
            <a:ext cx="65623" cy="845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570774" y="2847945"/>
            <a:ext cx="65623" cy="9996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425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71509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811594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2" name="Text 40"/>
          <p:cNvSpPr/>
          <p:nvPr/>
        </p:nvSpPr>
        <p:spPr>
          <a:xfrm>
            <a:off x="410750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834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0035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0" name="Text 48"/>
          <p:cNvSpPr/>
          <p:nvPr/>
        </p:nvSpPr>
        <p:spPr>
          <a:xfrm>
            <a:off x="5710879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2323" y="3302615"/>
            <a:ext cx="65623" cy="4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6224296" y="3294926"/>
            <a:ext cx="65623" cy="538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4" name="Shape 52"/>
          <p:cNvSpPr/>
          <p:nvPr/>
        </p:nvSpPr>
        <p:spPr>
          <a:xfrm>
            <a:off x="6296269" y="3291081"/>
            <a:ext cx="65623" cy="576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5" name="Shape 53"/>
          <p:cNvSpPr/>
          <p:nvPr/>
        </p:nvSpPr>
        <p:spPr>
          <a:xfrm>
            <a:off x="6368243" y="3279547"/>
            <a:ext cx="65623" cy="69205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6" name="Text 54"/>
          <p:cNvSpPr/>
          <p:nvPr/>
        </p:nvSpPr>
        <p:spPr>
          <a:xfrm>
            <a:off x="6111723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8" name="Text 56"/>
          <p:cNvSpPr/>
          <p:nvPr/>
        </p:nvSpPr>
        <p:spPr>
          <a:xfrm>
            <a:off x="6512566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0" name="Text 58"/>
          <p:cNvSpPr/>
          <p:nvPr/>
        </p:nvSpPr>
        <p:spPr>
          <a:xfrm>
            <a:off x="6913410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2" name="Text 60"/>
          <p:cNvSpPr/>
          <p:nvPr/>
        </p:nvSpPr>
        <p:spPr>
          <a:xfrm>
            <a:off x="731425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4" name="Text 62"/>
          <p:cNvSpPr/>
          <p:nvPr/>
        </p:nvSpPr>
        <p:spPr>
          <a:xfrm>
            <a:off x="771509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6" name="Shape 64"/>
          <p:cNvSpPr/>
          <p:nvPr/>
        </p:nvSpPr>
        <p:spPr>
          <a:xfrm>
            <a:off x="3747260" y="3634254"/>
            <a:ext cx="65623" cy="1153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9234" y="3615030"/>
            <a:ext cx="65623" cy="134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3891207" y="3595807"/>
            <a:ext cx="65623" cy="1537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69" name="Shape 67"/>
          <p:cNvSpPr/>
          <p:nvPr/>
        </p:nvSpPr>
        <p:spPr>
          <a:xfrm>
            <a:off x="3963180" y="3565049"/>
            <a:ext cx="65623" cy="184547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70" name="Text 68"/>
          <p:cNvSpPr/>
          <p:nvPr/>
        </p:nvSpPr>
        <p:spPr>
          <a:xfrm>
            <a:off x="370666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2" name="Text 70"/>
          <p:cNvSpPr/>
          <p:nvPr/>
        </p:nvSpPr>
        <p:spPr>
          <a:xfrm>
            <a:off x="410750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4" name="Text 72"/>
          <p:cNvSpPr/>
          <p:nvPr/>
        </p:nvSpPr>
        <p:spPr>
          <a:xfrm>
            <a:off x="450834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6" name="Text 74"/>
          <p:cNvSpPr/>
          <p:nvPr/>
        </p:nvSpPr>
        <p:spPr>
          <a:xfrm>
            <a:off x="4909191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0" name="Text 78"/>
          <p:cNvSpPr/>
          <p:nvPr/>
        </p:nvSpPr>
        <p:spPr>
          <a:xfrm>
            <a:off x="5710879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2" name="Text 80"/>
          <p:cNvSpPr/>
          <p:nvPr/>
        </p:nvSpPr>
        <p:spPr>
          <a:xfrm>
            <a:off x="6111723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4" name="Text 82"/>
          <p:cNvSpPr/>
          <p:nvPr/>
        </p:nvSpPr>
        <p:spPr>
          <a:xfrm>
            <a:off x="6512566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6" name="Text 84"/>
          <p:cNvSpPr/>
          <p:nvPr/>
        </p:nvSpPr>
        <p:spPr>
          <a:xfrm>
            <a:off x="691341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8" name="Text 86"/>
          <p:cNvSpPr/>
          <p:nvPr/>
        </p:nvSpPr>
        <p:spPr>
          <a:xfrm>
            <a:off x="731425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0" name="Text 88"/>
          <p:cNvSpPr/>
          <p:nvPr/>
        </p:nvSpPr>
        <p:spPr>
          <a:xfrm>
            <a:off x="771509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2" name="Text 90"/>
          <p:cNvSpPr/>
          <p:nvPr/>
        </p:nvSpPr>
        <p:spPr>
          <a:xfrm>
            <a:off x="4508348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4" name="Text 92"/>
          <p:cNvSpPr/>
          <p:nvPr/>
        </p:nvSpPr>
        <p:spPr>
          <a:xfrm>
            <a:off x="4909191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6" name="Text 94"/>
          <p:cNvSpPr/>
          <p:nvPr/>
        </p:nvSpPr>
        <p:spPr>
          <a:xfrm>
            <a:off x="5310035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8" name="Text 96"/>
          <p:cNvSpPr/>
          <p:nvPr/>
        </p:nvSpPr>
        <p:spPr>
          <a:xfrm>
            <a:off x="5710879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0" name="Text 98"/>
          <p:cNvSpPr/>
          <p:nvPr/>
        </p:nvSpPr>
        <p:spPr>
          <a:xfrm>
            <a:off x="6111723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2" name="Text 100"/>
          <p:cNvSpPr/>
          <p:nvPr/>
        </p:nvSpPr>
        <p:spPr>
          <a:xfrm>
            <a:off x="6512566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913410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949792" y="4474389"/>
            <a:ext cx="65623" cy="768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021765" y="4455165"/>
            <a:ext cx="65623" cy="961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093738" y="4443631"/>
            <a:ext cx="65623" cy="1076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165712" y="4428252"/>
            <a:ext cx="65623" cy="123031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09191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2" name="Text 110"/>
          <p:cNvSpPr/>
          <p:nvPr/>
        </p:nvSpPr>
        <p:spPr>
          <a:xfrm>
            <a:off x="5310035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10879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11723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8" name="Text 116"/>
          <p:cNvSpPr/>
          <p:nvPr/>
        </p:nvSpPr>
        <p:spPr>
          <a:xfrm>
            <a:off x="6512566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13410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06660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553167" y="4894456"/>
            <a:ext cx="65623" cy="576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25140" y="4886767"/>
            <a:ext cx="65623" cy="653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97113" y="4879077"/>
            <a:ext cx="65623" cy="730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769087" y="4867543"/>
            <a:ext cx="65623" cy="84584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6512566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3706660" y="51117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83366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4123220" y="51117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Text 130"/>
          <p:cNvSpPr/>
          <p:nvPr/>
        </p:nvSpPr>
        <p:spPr>
          <a:xfrm>
            <a:off x="425022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539780" y="51117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4" name="Text 132"/>
          <p:cNvSpPr/>
          <p:nvPr/>
        </p:nvSpPr>
        <p:spPr>
          <a:xfrm>
            <a:off x="466678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4956340" y="51117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36" name="Text 134"/>
          <p:cNvSpPr/>
          <p:nvPr/>
        </p:nvSpPr>
        <p:spPr>
          <a:xfrm>
            <a:off x="508334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85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chart with negative segments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60655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2918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9766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45897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3202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39961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00274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56366" y="3014472"/>
            <a:ext cx="1106876" cy="16642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5566" y="375132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56366" y="1905000"/>
            <a:ext cx="1106876" cy="110947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5566" y="236448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56366" y="4678680"/>
            <a:ext cx="1106876" cy="41605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5566" y="479145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16680" y="2990353"/>
            <a:ext cx="1106876" cy="168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5880" y="373926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16680" y="1905000"/>
            <a:ext cx="1106876" cy="108535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5880" y="235242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16680" y="4678680"/>
            <a:ext cx="1106876" cy="24119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65880" y="4704025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6993" y="2971800"/>
            <a:ext cx="1106876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6193" y="37299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76993" y="1905000"/>
            <a:ext cx="1106876" cy="10668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26193" y="234315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76993" y="4678680"/>
            <a:ext cx="1106876" cy="42672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6193" y="47967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79648" y="467868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11388" y="235267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11388" y="37395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11388" y="48063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Semi-circle gauge (market share)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1841500"/>
            <a:ext cx="5334000" cy="5334000"/>
          </a:xfrm>
          <a:prstGeom prst="pie">
            <a:avLst>
              <a:gd name="adj1" fmla="val 10800000"/>
              <a:gd name="adj2" fmla="val 15336000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23277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45944" y="2716356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42%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8848" y="1841500"/>
            <a:ext cx="5334000" cy="5334000"/>
          </a:xfrm>
          <a:prstGeom prst="pie">
            <a:avLst>
              <a:gd name="adj1" fmla="val 15336000"/>
              <a:gd name="adj2" fmla="val 18360000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597973" y="1807652"/>
            <a:ext cx="13089" cy="68613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4632" y="169369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A 28%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8848" y="1841500"/>
            <a:ext cx="5334000" cy="5334000"/>
          </a:xfrm>
          <a:prstGeom prst="pie">
            <a:avLst>
              <a:gd name="adj1" fmla="val 18360000"/>
              <a:gd name="adj2" fmla="val 20304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213226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3471" y="2716356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B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8848" y="1841500"/>
            <a:ext cx="5334000" cy="5334000"/>
          </a:xfrm>
          <a:prstGeom prst="pie">
            <a:avLst>
              <a:gd name="adj1" fmla="val 20304000"/>
              <a:gd name="adj2" fmla="val 0"/>
            </a:avLst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728083" y="3993286"/>
            <a:ext cx="68613" cy="13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408" y="3894466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Others 12%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8848" y="42926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7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Pareto chart (defect causes)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Scratches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97113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86902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Misalign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6691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Cracks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6480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6269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2896" y="2545080"/>
            <a:ext cx="598593" cy="25603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096" y="37299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20786" y="3398520"/>
            <a:ext cx="598593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986" y="41567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18676" y="4145280"/>
            <a:ext cx="598593" cy="9601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7876" y="45300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16566" y="4465320"/>
            <a:ext cx="598593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65766" y="46901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4456" y="4785360"/>
            <a:ext cx="598593" cy="3200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3656" y="485013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12346" y="4892040"/>
            <a:ext cx="598593" cy="2133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1546" y="490347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1388" y="48431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8598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8598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8598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1713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1193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522193" y="2970733"/>
            <a:ext cx="897890" cy="854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603" y="29402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39083" y="2761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4420083" y="2490673"/>
            <a:ext cx="897890" cy="48006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87493" y="2460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6973" y="22811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5317973" y="2170633"/>
            <a:ext cx="897890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85383" y="21401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4863" y="19610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V="1">
            <a:off x="6215863" y="2010613"/>
            <a:ext cx="897890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3273" y="198013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2753" y="180106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7113753" y="1905000"/>
            <a:ext cx="897890" cy="1056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1163" y="18745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30643" y="1695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11388" y="163195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%</a:t>
            </a:r>
            <a:endParaRPr lang="en-US" sz="10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Bump chart (brand rank by year)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1548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166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58784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7402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6020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9668" y="278765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09584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82028" y="200660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68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5886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4504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122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740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784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3170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09668" y="2006600"/>
            <a:ext cx="1186180" cy="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2006600"/>
            <a:ext cx="1186180" cy="156210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7268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886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4504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1228" y="35179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740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4784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3170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3488" y="3568700"/>
            <a:ext cx="1186180" cy="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095848" y="2787650"/>
            <a:ext cx="1186180" cy="156210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7268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5886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45048" y="42989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31228" y="27368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740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784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3170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23488" y="4349750"/>
            <a:ext cx="1186180" cy="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584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7268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5886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45048" y="35179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122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17408" y="50800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84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170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72348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0966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9584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7268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886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4504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122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7408" y="429895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4784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3170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(line)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87156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0788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420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8052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1684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0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667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030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39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757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0552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25971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31390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36808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47848" y="42227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47646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35520" y="21200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16800" y="20552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V="1">
            <a:off x="6840576" y="2150533"/>
            <a:ext cx="725424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0096" y="2661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1376" y="25971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0576" y="2692400"/>
            <a:ext cx="113995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0048" y="32037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31328" y="31390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7203288" y="3234267"/>
            <a:ext cx="77724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2808" y="37456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54088" y="36808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03288" y="3776133"/>
            <a:ext cx="129540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68208" y="4287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488" y="42227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6322416" y="4318000"/>
            <a:ext cx="217627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936" y="48293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3216" y="47646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(stacked area)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7634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2317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7001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1684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247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67154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837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6521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2694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47848" y="28841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47848" y="34988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41135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47282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2950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75650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203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444738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2950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7565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2038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44738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29508" y="2364740"/>
            <a:ext cx="271471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29508" y="2390352"/>
            <a:ext cx="275680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3629508" y="2415963"/>
            <a:ext cx="279889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3629508" y="2441575"/>
            <a:ext cx="284098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29508" y="2467187"/>
            <a:ext cx="28830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29508" y="2492798"/>
            <a:ext cx="292515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3629508" y="2518410"/>
            <a:ext cx="296724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629508" y="2544022"/>
            <a:ext cx="300933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629508" y="2569633"/>
            <a:ext cx="305142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29508" y="2595245"/>
            <a:ext cx="30935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629508" y="2620857"/>
            <a:ext cx="31356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3629508" y="2646468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3629508" y="2672080"/>
            <a:ext cx="321977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29508" y="2697692"/>
            <a:ext cx="326186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3629508" y="2723303"/>
            <a:ext cx="330395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3629508" y="2748915"/>
            <a:ext cx="334604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3629508" y="2774527"/>
            <a:ext cx="33881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29508" y="2800138"/>
            <a:ext cx="343022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629508" y="2825750"/>
            <a:ext cx="347230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629508" y="2851362"/>
            <a:ext cx="35143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629508" y="2876973"/>
            <a:ext cx="355648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29508" y="2902585"/>
            <a:ext cx="35985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29508" y="2928197"/>
            <a:ext cx="364066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629508" y="2953808"/>
            <a:ext cx="368275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629508" y="2979420"/>
            <a:ext cx="366872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629508" y="3005032"/>
            <a:ext cx="35985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3629508" y="3030643"/>
            <a:ext cx="352842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9508" y="3056255"/>
            <a:ext cx="345827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629508" y="3081867"/>
            <a:ext cx="33881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629508" y="3107478"/>
            <a:ext cx="331798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29508" y="3133090"/>
            <a:ext cx="324783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3629508" y="3158702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3629508" y="3184313"/>
            <a:ext cx="310754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3629508" y="3209925"/>
            <a:ext cx="303739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629508" y="3235537"/>
            <a:ext cx="296724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629508" y="3261148"/>
            <a:ext cx="28970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29508" y="3286760"/>
            <a:ext cx="28269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629508" y="3312372"/>
            <a:ext cx="275680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629508" y="3337983"/>
            <a:ext cx="268665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629508" y="3363595"/>
            <a:ext cx="261650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629508" y="3389207"/>
            <a:ext cx="254636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3629508" y="3414818"/>
            <a:ext cx="24762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629508" y="3440430"/>
            <a:ext cx="240606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3629508" y="3466042"/>
            <a:ext cx="233591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3629508" y="3491653"/>
            <a:ext cx="22657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3629508" y="3517265"/>
            <a:ext cx="219562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3629508" y="3542877"/>
            <a:ext cx="212547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3629508" y="3568488"/>
            <a:ext cx="205532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3629508" y="3594100"/>
            <a:ext cx="204550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3629508" y="3619712"/>
            <a:ext cx="20960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3629508" y="3645323"/>
            <a:ext cx="214651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3629508" y="3670935"/>
            <a:ext cx="219702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3629508" y="3696547"/>
            <a:ext cx="224753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3629508" y="3722158"/>
            <a:ext cx="229803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3629508" y="3747770"/>
            <a:ext cx="234854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3629508" y="3773382"/>
            <a:ext cx="239905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3629508" y="3798993"/>
            <a:ext cx="244955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3629508" y="3824605"/>
            <a:ext cx="250006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3629508" y="3850217"/>
            <a:ext cx="255056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3629508" y="3875828"/>
            <a:ext cx="26010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3629508" y="3901440"/>
            <a:ext cx="265158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3629508" y="3927052"/>
            <a:ext cx="270208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3629508" y="3952663"/>
            <a:ext cx="275259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3629508" y="3978275"/>
            <a:ext cx="28031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3629508" y="4003887"/>
            <a:ext cx="285360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3629508" y="4029498"/>
            <a:ext cx="290411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3629508" y="4055110"/>
            <a:ext cx="295461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3629508" y="4080722"/>
            <a:ext cx="300512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3629508" y="4106333"/>
            <a:ext cx="305563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3629508" y="4131945"/>
            <a:ext cx="310613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3629508" y="4157557"/>
            <a:ext cx="315664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3629508" y="4183168"/>
            <a:ext cx="32071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3629508" y="4208780"/>
            <a:ext cx="321416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3629508" y="4234392"/>
            <a:ext cx="3177689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3629508" y="4260003"/>
            <a:ext cx="314121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3629508" y="4285615"/>
            <a:ext cx="310473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3629508" y="4311227"/>
            <a:ext cx="306825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629508" y="4336838"/>
            <a:ext cx="3031782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629508" y="4362450"/>
            <a:ext cx="299530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629508" y="4388062"/>
            <a:ext cx="295882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629508" y="4413673"/>
            <a:ext cx="292235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629508" y="4439285"/>
            <a:ext cx="2885875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29508" y="4464897"/>
            <a:ext cx="2849398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629508" y="4490508"/>
            <a:ext cx="281292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629508" y="4516120"/>
            <a:ext cx="277644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629508" y="4541732"/>
            <a:ext cx="273996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629508" y="4567343"/>
            <a:ext cx="2703491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629508" y="4592955"/>
            <a:ext cx="266701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629508" y="4618567"/>
            <a:ext cx="263053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629508" y="4644178"/>
            <a:ext cx="259406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629508" y="4669790"/>
            <a:ext cx="2557584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629508" y="4695402"/>
            <a:ext cx="2521107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629508" y="4721013"/>
            <a:ext cx="248463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629508" y="4746625"/>
            <a:ext cx="2448153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629508" y="4772237"/>
            <a:ext cx="2411676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629508" y="4797848"/>
            <a:ext cx="2375200" cy="319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344222" y="2364740"/>
            <a:ext cx="167652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386310" y="2390352"/>
            <a:ext cx="166249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28399" y="2415963"/>
            <a:ext cx="164847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470488" y="2441575"/>
            <a:ext cx="16344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512576" y="2467187"/>
            <a:ext cx="162041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554665" y="2492798"/>
            <a:ext cx="160638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596753" y="2518410"/>
            <a:ext cx="159235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638842" y="2544022"/>
            <a:ext cx="157832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680931" y="2569633"/>
            <a:ext cx="15642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723019" y="2595245"/>
            <a:ext cx="155026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765108" y="262085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807196" y="2646468"/>
            <a:ext cx="152220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849285" y="2672080"/>
            <a:ext cx="150817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6891374" y="2697692"/>
            <a:ext cx="14941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6933462" y="2723303"/>
            <a:ext cx="148011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975551" y="2748915"/>
            <a:ext cx="146608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017639" y="2774527"/>
            <a:ext cx="14520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059728" y="2800138"/>
            <a:ext cx="143802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101817" y="2825750"/>
            <a:ext cx="142399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143905" y="2851362"/>
            <a:ext cx="140996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7185994" y="2876973"/>
            <a:ext cx="139593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7228082" y="2902585"/>
            <a:ext cx="13819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7270171" y="2928197"/>
            <a:ext cx="136787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7312260" y="2953808"/>
            <a:ext cx="135385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7298230" y="2979420"/>
            <a:ext cx="136787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7228082" y="3005032"/>
            <a:ext cx="140996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157935" y="3030643"/>
            <a:ext cx="14520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7087787" y="3056255"/>
            <a:ext cx="14941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7017639" y="308186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947492" y="3107478"/>
            <a:ext cx="157832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877344" y="3133090"/>
            <a:ext cx="162041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807196" y="3158702"/>
            <a:ext cx="166249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737049" y="3184313"/>
            <a:ext cx="170458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666901" y="3209925"/>
            <a:ext cx="174667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596753" y="3235537"/>
            <a:ext cx="178876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526606" y="3261148"/>
            <a:ext cx="183085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456458" y="3286760"/>
            <a:ext cx="187294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386310" y="3312372"/>
            <a:ext cx="191503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316163" y="3337983"/>
            <a:ext cx="195712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246015" y="3363595"/>
            <a:ext cx="199920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175868" y="3389207"/>
            <a:ext cx="204129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105720" y="3414818"/>
            <a:ext cx="208338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035572" y="3440430"/>
            <a:ext cx="212547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65425" y="3466042"/>
            <a:ext cx="216756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5895277" y="3491653"/>
            <a:ext cx="220965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5825129" y="3517265"/>
            <a:ext cx="22517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5754982" y="3542877"/>
            <a:ext cx="229382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5684834" y="3568488"/>
            <a:ext cx="233591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5675013" y="3594100"/>
            <a:ext cx="233872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5725520" y="3619712"/>
            <a:ext cx="230224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5776026" y="3645323"/>
            <a:ext cx="226576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5826532" y="3670935"/>
            <a:ext cx="22292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877039" y="3696547"/>
            <a:ext cx="219281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5927545" y="3722158"/>
            <a:ext cx="215633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978051" y="3747770"/>
            <a:ext cx="211986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028557" y="3773382"/>
            <a:ext cx="208338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079064" y="3798993"/>
            <a:ext cx="20469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129570" y="3824605"/>
            <a:ext cx="201043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180076" y="3850217"/>
            <a:ext cx="197395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230583" y="3875828"/>
            <a:ext cx="193747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281089" y="3901440"/>
            <a:ext cx="190100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331595" y="3927052"/>
            <a:ext cx="186452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382102" y="3952663"/>
            <a:ext cx="182804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32608" y="3978275"/>
            <a:ext cx="179157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483114" y="4003887"/>
            <a:ext cx="175509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6533621" y="4029498"/>
            <a:ext cx="171861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584127" y="4055110"/>
            <a:ext cx="168214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634633" y="4080722"/>
            <a:ext cx="164566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685140" y="4106333"/>
            <a:ext cx="160918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735646" y="4131945"/>
            <a:ext cx="157271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786152" y="4157557"/>
            <a:ext cx="15362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836658" y="4183168"/>
            <a:ext cx="149975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843673" y="4208780"/>
            <a:ext cx="149274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6807196" y="4234392"/>
            <a:ext cx="151518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6770720" y="4260003"/>
            <a:ext cx="153763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734243" y="4285615"/>
            <a:ext cx="156008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697766" y="4311227"/>
            <a:ext cx="158253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661289" y="4336838"/>
            <a:ext cx="160497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624813" y="4362450"/>
            <a:ext cx="162742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588336" y="4388062"/>
            <a:ext cx="164987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551859" y="4413673"/>
            <a:ext cx="167232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515382" y="4439285"/>
            <a:ext cx="169476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478905" y="4464897"/>
            <a:ext cx="171721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6442429" y="4490508"/>
            <a:ext cx="173966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6405952" y="4516120"/>
            <a:ext cx="1762109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6369475" y="4541732"/>
            <a:ext cx="1784556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332998" y="4567343"/>
            <a:ext cx="180700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296521" y="4592955"/>
            <a:ext cx="1829451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260045" y="4618567"/>
            <a:ext cx="1851898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223568" y="4644178"/>
            <a:ext cx="1874345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187091" y="4669790"/>
            <a:ext cx="1896793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150614" y="4695402"/>
            <a:ext cx="1919240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114138" y="4721013"/>
            <a:ext cx="1941687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077661" y="4746625"/>
            <a:ext cx="1964134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041184" y="4772237"/>
            <a:ext cx="1986582" cy="319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004707" y="4797848"/>
            <a:ext cx="2009029" cy="31962"/>
          </a:xfrm>
          <a:prstGeom prst="rect">
            <a:avLst/>
          </a:prstGeom>
          <a:solidFill>
            <a:srgbClr val="1BAF7A"/>
          </a:solidFill>
          <a:ln/>
        </p:spPr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Two-level treemap (region |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46300" cy="3467100"/>
          </a:xfrm>
          <a:prstGeom prst="rect">
            <a:avLst/>
          </a:prstGeom>
          <a:solidFill>
            <a:srgbClr val="EFF2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41500"/>
            <a:ext cx="2082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098648" y="2019300"/>
            <a:ext cx="2095500" cy="1553972"/>
          </a:xfrm>
          <a:prstGeom prst="rect">
            <a:avLst/>
          </a:prstGeom>
          <a:solidFill>
            <a:srgbClr val="7297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36748" y="20447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136748" y="21971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098648" y="3585972"/>
            <a:ext cx="1284654" cy="1684528"/>
          </a:xfrm>
          <a:prstGeom prst="rect">
            <a:avLst/>
          </a:prstGeom>
          <a:solidFill>
            <a:srgbClr val="92AB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36748" y="36113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136748" y="37637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396001" y="3585972"/>
            <a:ext cx="798146" cy="1684528"/>
          </a:xfrm>
          <a:prstGeom prst="rect">
            <a:avLst/>
          </a:prstGeom>
          <a:solidFill>
            <a:srgbClr val="AABCE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101" y="36113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34101" y="37637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232248" y="1828800"/>
            <a:ext cx="2232660" cy="3467100"/>
          </a:xfrm>
          <a:prstGeom prst="rect">
            <a:avLst/>
          </a:prstGeom>
          <a:solidFill>
            <a:srgbClr val="EFF6F2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0348" y="1841500"/>
            <a:ext cx="21691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57648" y="2019300"/>
            <a:ext cx="2181860" cy="1995854"/>
          </a:xfrm>
          <a:prstGeom prst="rect">
            <a:avLst/>
          </a:prstGeom>
          <a:solidFill>
            <a:srgbClr val="6FBE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95748" y="20447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95748" y="21971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257648" y="4027854"/>
            <a:ext cx="2181860" cy="1242646"/>
          </a:xfrm>
          <a:prstGeom prst="rect">
            <a:avLst/>
          </a:prstGeom>
          <a:solidFill>
            <a:srgbClr val="90C9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95748" y="40532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95748" y="42056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77608" y="1828800"/>
            <a:ext cx="1628140" cy="3467100"/>
          </a:xfrm>
          <a:prstGeom prst="rect">
            <a:avLst/>
          </a:prstGeom>
          <a:solidFill>
            <a:srgbClr val="FDF5EF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15708" y="1841500"/>
            <a:ext cx="15646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503008" y="2019300"/>
            <a:ext cx="1577340" cy="1533358"/>
          </a:xfrm>
          <a:prstGeom prst="rect">
            <a:avLst/>
          </a:prstGeom>
          <a:solidFill>
            <a:srgbClr val="F0B36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1108" y="20447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541108" y="21971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503008" y="3565358"/>
            <a:ext cx="1577340" cy="1018005"/>
          </a:xfrm>
          <a:prstGeom prst="rect">
            <a:avLst/>
          </a:prstGeom>
          <a:solidFill>
            <a:srgbClr val="F2C0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41108" y="35907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41108" y="37431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03008" y="4596063"/>
            <a:ext cx="1577340" cy="674437"/>
          </a:xfrm>
          <a:prstGeom prst="rect">
            <a:avLst/>
          </a:prstGeom>
          <a:solidFill>
            <a:srgbClr val="F4CD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41108" y="46214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41108" y="47738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(region →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prstGeom prst="pie">
            <a:avLst>
              <a:gd name="adj1" fmla="val 16200000"/>
              <a:gd name="adj2" fmla="val 2781818"/>
            </a:avLst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16200000"/>
              <a:gd name="adj2" fmla="val 20127273"/>
            </a:avLst>
          </a:pr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20127273"/>
              <a:gd name="adj2" fmla="val 1145455"/>
            </a:avLst>
          </a:pr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1145455"/>
              <a:gd name="adj2" fmla="val 2781818"/>
            </a:avLst>
          </a:pr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prstGeom prst="pie">
            <a:avLst>
              <a:gd name="adj1" fmla="val 2781818"/>
              <a:gd name="adj2" fmla="val 11290909"/>
            </a:avLst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2781818"/>
              <a:gd name="adj2" fmla="val 8018182"/>
            </a:avLst>
          </a:pr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8018182"/>
              <a:gd name="adj2" fmla="val 11290909"/>
            </a:avLst>
          </a:pr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prstGeom prst="pie">
            <a:avLst>
              <a:gd name="adj1" fmla="val 11290909"/>
              <a:gd name="adj2" fmla="val 16200000"/>
            </a:avLst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11290909"/>
              <a:gd name="adj2" fmla="val 14236364"/>
            </a:avLst>
          </a:pr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prstGeom prst="pie">
            <a:avLst>
              <a:gd name="adj1" fmla="val 14236364"/>
              <a:gd name="adj2" fmla="val 16200000"/>
            </a:avLst>
          </a:pr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Response-time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29338" y="4305300"/>
            <a:ext cx="1571752" cy="240030"/>
          </a:xfrm>
          <a:custGeom>
            <a:avLst/>
            <a:gdLst/>
            <a:ahLst/>
            <a:cxnLst/>
            <a:rect l="l" t="t" r="r" b="b"/>
            <a:pathLst>
              <a:path w="1571752" h="240030">
                <a:moveTo>
                  <a:pt x="1172065" y="240030"/>
                </a:moveTo>
                <a:lnTo>
                  <a:pt x="1537964" y="160020"/>
                </a:lnTo>
                <a:lnTo>
                  <a:pt x="1571752" y="80010"/>
                </a:lnTo>
                <a:lnTo>
                  <a:pt x="1306827" y="0"/>
                </a:lnTo>
                <a:lnTo>
                  <a:pt x="264925" y="0"/>
                </a:lnTo>
                <a:lnTo>
                  <a:pt x="0" y="80010"/>
                </a:lnTo>
                <a:lnTo>
                  <a:pt x="33788" y="160020"/>
                </a:lnTo>
                <a:lnTo>
                  <a:pt x="399687" y="24003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40158" y="4414114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00472" y="3585210"/>
            <a:ext cx="1571752" cy="720090"/>
          </a:xfrm>
          <a:custGeom>
            <a:avLst/>
            <a:gdLst/>
            <a:ahLst/>
            <a:cxnLst/>
            <a:rect l="l" t="t" r="r" b="b"/>
            <a:pathLst>
              <a:path w="1571752" h="720090">
                <a:moveTo>
                  <a:pt x="1000238" y="720090"/>
                </a:moveTo>
                <a:lnTo>
                  <a:pt x="1220631" y="640080"/>
                </a:lnTo>
                <a:lnTo>
                  <a:pt x="1423699" y="560070"/>
                </a:lnTo>
                <a:lnTo>
                  <a:pt x="1535784" y="480060"/>
                </a:lnTo>
                <a:lnTo>
                  <a:pt x="1571752" y="400050"/>
                </a:lnTo>
                <a:lnTo>
                  <a:pt x="1569929" y="320040"/>
                </a:lnTo>
                <a:lnTo>
                  <a:pt x="1527245" y="240030"/>
                </a:lnTo>
                <a:lnTo>
                  <a:pt x="1403554" y="160020"/>
                </a:lnTo>
                <a:lnTo>
                  <a:pt x="1192865" y="80010"/>
                </a:lnTo>
                <a:lnTo>
                  <a:pt x="977818" y="0"/>
                </a:lnTo>
                <a:lnTo>
                  <a:pt x="593934" y="0"/>
                </a:lnTo>
                <a:lnTo>
                  <a:pt x="378887" y="80010"/>
                </a:lnTo>
                <a:lnTo>
                  <a:pt x="168198" y="160020"/>
                </a:lnTo>
                <a:lnTo>
                  <a:pt x="44507" y="240030"/>
                </a:lnTo>
                <a:lnTo>
                  <a:pt x="1823" y="320040"/>
                </a:lnTo>
                <a:lnTo>
                  <a:pt x="0" y="400050"/>
                </a:lnTo>
                <a:lnTo>
                  <a:pt x="35968" y="480060"/>
                </a:lnTo>
                <a:lnTo>
                  <a:pt x="148053" y="560070"/>
                </a:lnTo>
                <a:lnTo>
                  <a:pt x="351121" y="640080"/>
                </a:lnTo>
                <a:lnTo>
                  <a:pt x="571514" y="72009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11291" y="3950056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71605" y="1905000"/>
            <a:ext cx="1571752" cy="1520190"/>
          </a:xfrm>
          <a:custGeom>
            <a:avLst/>
            <a:gdLst/>
            <a:ahLst/>
            <a:cxnLst/>
            <a:rect l="l" t="t" r="r" b="b"/>
            <a:pathLst>
              <a:path w="1571752" h="1520190">
                <a:moveTo>
                  <a:pt x="994292" y="1520190"/>
                </a:moveTo>
                <a:lnTo>
                  <a:pt x="1078173" y="1440180"/>
                </a:lnTo>
                <a:lnTo>
                  <a:pt x="1170831" y="1360170"/>
                </a:lnTo>
                <a:lnTo>
                  <a:pt x="1264483" y="1280160"/>
                </a:lnTo>
                <a:lnTo>
                  <a:pt x="1351089" y="1200150"/>
                </a:lnTo>
                <a:lnTo>
                  <a:pt x="1424369" y="1120140"/>
                </a:lnTo>
                <a:lnTo>
                  <a:pt x="1481093" y="1040130"/>
                </a:lnTo>
                <a:lnTo>
                  <a:pt x="1521245" y="960120"/>
                </a:lnTo>
                <a:lnTo>
                  <a:pt x="1547172" y="880110"/>
                </a:lnTo>
                <a:lnTo>
                  <a:pt x="1562272" y="800100"/>
                </a:lnTo>
                <a:lnTo>
                  <a:pt x="1569747" y="720090"/>
                </a:lnTo>
                <a:lnTo>
                  <a:pt x="1571752" y="640080"/>
                </a:lnTo>
                <a:lnTo>
                  <a:pt x="1568959" y="560070"/>
                </a:lnTo>
                <a:lnTo>
                  <a:pt x="1560443" y="480060"/>
                </a:lnTo>
                <a:lnTo>
                  <a:pt x="1543843" y="400050"/>
                </a:lnTo>
                <a:lnTo>
                  <a:pt x="1515857" y="320040"/>
                </a:lnTo>
                <a:lnTo>
                  <a:pt x="1473165" y="240030"/>
                </a:lnTo>
                <a:lnTo>
                  <a:pt x="1413713" y="160020"/>
                </a:lnTo>
                <a:lnTo>
                  <a:pt x="1337997" y="80010"/>
                </a:lnTo>
                <a:lnTo>
                  <a:pt x="1249775" y="0"/>
                </a:lnTo>
                <a:lnTo>
                  <a:pt x="321977" y="0"/>
                </a:lnTo>
                <a:lnTo>
                  <a:pt x="233755" y="80010"/>
                </a:lnTo>
                <a:lnTo>
                  <a:pt x="158039" y="160020"/>
                </a:lnTo>
                <a:lnTo>
                  <a:pt x="98587" y="240030"/>
                </a:lnTo>
                <a:lnTo>
                  <a:pt x="55895" y="320040"/>
                </a:lnTo>
                <a:lnTo>
                  <a:pt x="27909" y="400050"/>
                </a:lnTo>
                <a:lnTo>
                  <a:pt x="11309" y="480060"/>
                </a:lnTo>
                <a:lnTo>
                  <a:pt x="2793" y="560070"/>
                </a:lnTo>
                <a:lnTo>
                  <a:pt x="0" y="640080"/>
                </a:lnTo>
                <a:lnTo>
                  <a:pt x="2005" y="720090"/>
                </a:lnTo>
                <a:lnTo>
                  <a:pt x="9480" y="800100"/>
                </a:lnTo>
                <a:lnTo>
                  <a:pt x="24580" y="880110"/>
                </a:lnTo>
                <a:lnTo>
                  <a:pt x="50507" y="960120"/>
                </a:lnTo>
                <a:lnTo>
                  <a:pt x="90659" y="1040130"/>
                </a:lnTo>
                <a:lnTo>
                  <a:pt x="147383" y="1120140"/>
                </a:lnTo>
                <a:lnTo>
                  <a:pt x="220663" y="1200150"/>
                </a:lnTo>
                <a:lnTo>
                  <a:pt x="307269" y="1280160"/>
                </a:lnTo>
                <a:lnTo>
                  <a:pt x="400921" y="1360170"/>
                </a:lnTo>
                <a:lnTo>
                  <a:pt x="493579" y="1440180"/>
                </a:lnTo>
                <a:lnTo>
                  <a:pt x="577460" y="1520190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82424" y="2551481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409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023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636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250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863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476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090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D8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703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D9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5317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60318" y="281178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19983" y="2865120"/>
            <a:ext cx="28067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21658" y="265176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81323" y="270510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2998" y="259842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42663" y="270510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4338" y="254508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4003" y="259842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56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653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7018" y="259842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26683" y="2651760"/>
            <a:ext cx="280670" cy="16002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28358" y="265176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88023" y="2705100"/>
            <a:ext cx="280670" cy="10668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9698" y="2491740"/>
            <a:ext cx="0" cy="2667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49363" y="2545080"/>
            <a:ext cx="280670" cy="160020"/>
          </a:xfrm>
          <a:prstGeom prst="rect">
            <a:avLst/>
          </a:prstGeom>
          <a:solidFill>
            <a:srgbClr val="1A9E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51038" y="243840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10703" y="254508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12378" y="2491740"/>
            <a:ext cx="0" cy="21336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72043" y="2598420"/>
            <a:ext cx="280670" cy="53340"/>
          </a:xfrm>
          <a:prstGeom prst="rect">
            <a:avLst/>
          </a:prstGeom>
          <a:solidFill>
            <a:srgbClr val="E34948"/>
          </a:solidFill>
          <a:ln w="635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plan — critical path highlighted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122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642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95983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5503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843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63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03704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3224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1822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27241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1228" y="25484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2660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21228" y="30903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8–14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38078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Copywriting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421228" y="3632200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39848" y="43497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21228" y="41740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14–18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539848" y="48916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421228" y="47159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18–20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44391" y="2277533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18991" y="28194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4278351" y="27660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39" name="Shape 37"/>
          <p:cNvSpPr/>
          <p:nvPr/>
        </p:nvSpPr>
        <p:spPr>
          <a:xfrm>
            <a:off x="5882996" y="28194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857596" y="33612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5400000">
            <a:off x="5816956" y="33079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2" name="Shape 40"/>
          <p:cNvSpPr/>
          <p:nvPr/>
        </p:nvSpPr>
        <p:spPr>
          <a:xfrm>
            <a:off x="4344391" y="2277533"/>
            <a:ext cx="0" cy="1625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18991" y="390313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5400000">
            <a:off x="4287241" y="385868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45" name="Shape 43"/>
          <p:cNvSpPr/>
          <p:nvPr/>
        </p:nvSpPr>
        <p:spPr>
          <a:xfrm>
            <a:off x="7729322" y="3361267"/>
            <a:ext cx="0" cy="1083733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03922" y="44450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5400000">
            <a:off x="7663282" y="43916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8960206" y="44450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934806" y="49868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5400000">
            <a:off x="8894166" y="49335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Assay reproducibility (mean ± SD)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2925870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3070774"/>
            <a:ext cx="0" cy="4830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292587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311907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2974172"/>
            <a:ext cx="1029123" cy="96603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02247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00653" y="283197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86348" y="3022321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348" y="3182569"/>
            <a:ext cx="0" cy="53416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54795" y="3022321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3235985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71786" y="3075737"/>
            <a:ext cx="1029123" cy="106832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771786" y="3129153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1786" y="2938653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157481" y="2988934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7481" y="3459295"/>
            <a:ext cx="0" cy="156787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25928" y="2988934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361608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42919" y="3145721"/>
            <a:ext cx="1029123" cy="313574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42919" y="3302508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42919" y="3112008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778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sparklines — last 12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2923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 flipV="1">
            <a:off x="3629508" y="2577592"/>
            <a:ext cx="474980" cy="3454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4488" y="2577592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4579468" y="2525776"/>
            <a:ext cx="474980" cy="69088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54448" y="252577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5529428" y="2439416"/>
            <a:ext cx="474980" cy="10363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04408" y="243941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479388" y="233578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54368" y="2335784"/>
            <a:ext cx="474980" cy="51816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7429348" y="2266696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04328" y="226669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8379308" y="216306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05378" y="25880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16" name="Shape 14"/>
          <p:cNvSpPr/>
          <p:nvPr/>
        </p:nvSpPr>
        <p:spPr>
          <a:xfrm>
            <a:off x="8830158" y="21389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17" name="Shape 15"/>
          <p:cNvSpPr/>
          <p:nvPr/>
        </p:nvSpPr>
        <p:spPr>
          <a:xfrm>
            <a:off x="8827618" y="2136394"/>
            <a:ext cx="53340" cy="5334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8905088" y="20678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30797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flipV="1">
            <a:off x="3629508" y="337912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4104488" y="3338299"/>
            <a:ext cx="474980" cy="40825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9468" y="3338299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5054448" y="3277062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29428" y="3277062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6004408" y="3195412"/>
            <a:ext cx="474980" cy="10206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6479388" y="3134175"/>
            <a:ext cx="474980" cy="61237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54368" y="3134175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7429348" y="3032113"/>
            <a:ext cx="474980" cy="122474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904328" y="2950464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9308" y="295046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05378" y="33754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5178" y="29263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33" name="Shape 31"/>
          <p:cNvSpPr/>
          <p:nvPr/>
        </p:nvSpPr>
        <p:spPr>
          <a:xfrm>
            <a:off x="8827618" y="2944206"/>
            <a:ext cx="53340" cy="5334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34" name="Text 32"/>
          <p:cNvSpPr/>
          <p:nvPr/>
        </p:nvSpPr>
        <p:spPr>
          <a:xfrm>
            <a:off x="8905088" y="2875626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047848" y="38671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29508" y="3737864"/>
            <a:ext cx="468745" cy="56134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098253" y="3775287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66999" y="3775287"/>
            <a:ext cx="468745" cy="93557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035744" y="383142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04489" y="3831421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73235" y="3943689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441980" y="3962400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10726" y="3962400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79471" y="4074668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48217" y="411209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16962" y="4149513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761578" y="41628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3605378" y="37137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49" name="Shape 47"/>
          <p:cNvSpPr/>
          <p:nvPr/>
        </p:nvSpPr>
        <p:spPr>
          <a:xfrm>
            <a:off x="8759038" y="4160266"/>
            <a:ext cx="53340" cy="53340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50" name="Text 48"/>
          <p:cNvSpPr/>
          <p:nvPr/>
        </p:nvSpPr>
        <p:spPr>
          <a:xfrm>
            <a:off x="8836508" y="4091686"/>
            <a:ext cx="307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2.7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047848" y="4654550"/>
            <a:ext cx="231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 flipV="1">
            <a:off x="3355188" y="4938410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55106" y="4938410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4355024" y="4884522"/>
            <a:ext cx="499918" cy="71852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4854942" y="4830633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354860" y="4794707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54779" y="479470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354697" y="4722856"/>
            <a:ext cx="499918" cy="89814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854615" y="4668967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54533" y="466896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4451" y="4579153"/>
            <a:ext cx="499918" cy="107777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8354369" y="4525264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31058" y="49502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64" name="Shape 62"/>
          <p:cNvSpPr/>
          <p:nvPr/>
        </p:nvSpPr>
        <p:spPr>
          <a:xfrm>
            <a:off x="8830158" y="45011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65" name="Shape 63"/>
          <p:cNvSpPr/>
          <p:nvPr/>
        </p:nvSpPr>
        <p:spPr>
          <a:xfrm>
            <a:off x="8827618" y="4498594"/>
            <a:ext cx="53340" cy="53340"/>
          </a:xfrm>
          <a:prstGeom prst="ellipse">
            <a:avLst/>
          </a:prstGeom>
          <a:solidFill>
            <a:srgbClr val="008300"/>
          </a:solidFill>
          <a:ln/>
        </p:spPr>
      </p:sp>
      <p:sp>
        <p:nvSpPr>
          <p:cNvPr id="66" name="Text 64"/>
          <p:cNvSpPr/>
          <p:nvPr/>
        </p:nvSpPr>
        <p:spPr>
          <a:xfrm>
            <a:off x="8905088" y="44300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103</Slides>
  <Notes>103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103</vt:i4>
      </vt:variant>
    </vt:vector>
  </HeadingPairs>
  <TitlesOfParts>
    <vt:vector size="10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2026-07-05T18:19:23Z</dcterms:created>
  <dcterms:modified xsi:type="dcterms:W3CDTF">2026-07-05T18:19:23Z</dcterms:modified>
</cp:coreProperties>
</file>