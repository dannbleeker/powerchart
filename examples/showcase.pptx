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</p:sldIdLst>
  <p:notesMasterIdLst>
    <p:notesMasterId r:id="rId1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notesMaster" Target="notesMasters/notesMaster1.xml"/><Relationship Id="rId120" Type="http://schemas.openxmlformats.org/officeDocument/2006/relationships/presProps" Target="presProps.xml"/><Relationship Id="rId121" Type="http://schemas.openxmlformats.org/officeDocument/2006/relationships/viewProps" Target="viewProps.xml"/><Relationship Id="rId122" Type="http://schemas.openxmlformats.org/officeDocument/2006/relationships/theme" Target="theme/theme1.xml"/><Relationship Id="rId1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2279"/>
            <a:ext cx="56159" cy="433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27551" y="4659478"/>
            <a:ext cx="56159" cy="4459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77360" y="4646676"/>
            <a:ext cx="56159" cy="4587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27170" y="4633874"/>
            <a:ext cx="56159" cy="47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6979" y="4621073"/>
            <a:ext cx="56159" cy="4843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6789" y="4608271"/>
            <a:ext cx="56159" cy="497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6598" y="4595470"/>
            <a:ext cx="56159" cy="5099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407" y="4582668"/>
            <a:ext cx="56159" cy="5227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76217" y="4569866"/>
            <a:ext cx="56159" cy="5355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426026" y="4557065"/>
            <a:ext cx="56159" cy="5483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475836" y="4544263"/>
            <a:ext cx="56159" cy="561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525645" y="4531462"/>
            <a:ext cx="56159" cy="5739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5454" y="4518660"/>
            <a:ext cx="56159" cy="586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625264" y="4505858"/>
            <a:ext cx="56159" cy="59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073" y="4493057"/>
            <a:ext cx="56159" cy="612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724883" y="4480255"/>
            <a:ext cx="56159" cy="625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4692" y="4467454"/>
            <a:ext cx="56159" cy="6379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824501" y="4454652"/>
            <a:ext cx="56159" cy="650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874311" y="4441850"/>
            <a:ext cx="56159" cy="663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924120" y="4429049"/>
            <a:ext cx="56159" cy="6763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973930" y="4415714"/>
            <a:ext cx="56159" cy="6896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5023739" y="4401845"/>
            <a:ext cx="56159" cy="7035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073548" y="4387977"/>
            <a:ext cx="56159" cy="7174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3358" y="4374109"/>
            <a:ext cx="56159" cy="7312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73167" y="4360240"/>
            <a:ext cx="56159" cy="745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222977" y="4346372"/>
            <a:ext cx="56159" cy="7590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272786" y="4332503"/>
            <a:ext cx="56159" cy="7728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322595" y="4318635"/>
            <a:ext cx="56159" cy="786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372405" y="4304767"/>
            <a:ext cx="56159" cy="800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422214" y="4290898"/>
            <a:ext cx="56159" cy="8145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472024" y="4277030"/>
            <a:ext cx="56159" cy="8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521833" y="4263161"/>
            <a:ext cx="56159" cy="842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571642" y="4249293"/>
            <a:ext cx="56159" cy="856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621452" y="4235425"/>
            <a:ext cx="56159" cy="8699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1261" y="4221556"/>
            <a:ext cx="56159" cy="883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721071" y="4207688"/>
            <a:ext cx="56159" cy="8977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770880" y="4193819"/>
            <a:ext cx="56159" cy="9115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820689" y="4179951"/>
            <a:ext cx="56159" cy="9254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870499" y="4166083"/>
            <a:ext cx="56159" cy="9393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20308" y="4152214"/>
            <a:ext cx="56159" cy="953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970118" y="4137279"/>
            <a:ext cx="56159" cy="968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019927" y="4121277"/>
            <a:ext cx="56159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6069736" y="4105275"/>
            <a:ext cx="56159" cy="10001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6119546" y="4089273"/>
            <a:ext cx="56159" cy="1016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69355" y="4073271"/>
            <a:ext cx="56159" cy="1032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219165" y="4057269"/>
            <a:ext cx="56159" cy="10481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6268974" y="4041267"/>
            <a:ext cx="56159" cy="1064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318783" y="4025265"/>
            <a:ext cx="56159" cy="10801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368593" y="4009263"/>
            <a:ext cx="56159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418402" y="3993261"/>
            <a:ext cx="56159" cy="11121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468212" y="3977259"/>
            <a:ext cx="56159" cy="1128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518021" y="3961257"/>
            <a:ext cx="56159" cy="1144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567830" y="3945255"/>
            <a:ext cx="56159" cy="1160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7640" y="3929253"/>
            <a:ext cx="56159" cy="11761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667449" y="3913251"/>
            <a:ext cx="56159" cy="11921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717259" y="3897249"/>
            <a:ext cx="56159" cy="12081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767068" y="3881247"/>
            <a:ext cx="56159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816877" y="3865245"/>
            <a:ext cx="56159" cy="12401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866687" y="3849243"/>
            <a:ext cx="56159" cy="1256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916496" y="3833241"/>
            <a:ext cx="56159" cy="12721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66306" y="3817772"/>
            <a:ext cx="56159" cy="12876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016115" y="3802837"/>
            <a:ext cx="56159" cy="13025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065924" y="3787902"/>
            <a:ext cx="56159" cy="13174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115734" y="3772967"/>
            <a:ext cx="56159" cy="1332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165543" y="3758032"/>
            <a:ext cx="56159" cy="13473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215353" y="3743096"/>
            <a:ext cx="56159" cy="1362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265162" y="3728161"/>
            <a:ext cx="56159" cy="1377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314971" y="3713226"/>
            <a:ext cx="56159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364781" y="3698291"/>
            <a:ext cx="56159" cy="1407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414590" y="3683356"/>
            <a:ext cx="56159" cy="14220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464400" y="3668420"/>
            <a:ext cx="56159" cy="14369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514209" y="3653485"/>
            <a:ext cx="56159" cy="14519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564018" y="3638550"/>
            <a:ext cx="56159" cy="14668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613828" y="3623615"/>
            <a:ext cx="56159" cy="1481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663637" y="3608680"/>
            <a:ext cx="56159" cy="149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713447" y="3593744"/>
            <a:ext cx="56159" cy="1511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763256" y="3578809"/>
            <a:ext cx="56159" cy="15265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813065" y="3563874"/>
            <a:ext cx="56159" cy="154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862875" y="3548939"/>
            <a:ext cx="56159" cy="1556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912684" y="3534004"/>
            <a:ext cx="56159" cy="1571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977742" y="3924452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4027551" y="3909517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4077360" y="3894582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4127170" y="3879647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4176979" y="3864712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4226789" y="3849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4276598" y="3834841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26407" y="3819906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376217" y="380497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426026" y="3790036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475836" y="3775100"/>
            <a:ext cx="56159" cy="7691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525645" y="3760165"/>
            <a:ext cx="56159" cy="7712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575454" y="3745230"/>
            <a:ext cx="56159" cy="773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625264" y="3730295"/>
            <a:ext cx="56159" cy="7755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675073" y="3715360"/>
            <a:ext cx="56159" cy="7776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724883" y="3700424"/>
            <a:ext cx="56159" cy="7798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774692" y="3685489"/>
            <a:ext cx="56159" cy="7819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824501" y="3670554"/>
            <a:ext cx="56159" cy="784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874311" y="3655619"/>
            <a:ext cx="56159" cy="7862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924120" y="3640684"/>
            <a:ext cx="56159" cy="7883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973930" y="3626815"/>
            <a:ext cx="56159" cy="7888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023739" y="3614014"/>
            <a:ext cx="56159" cy="7878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073548" y="3601212"/>
            <a:ext cx="56159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123358" y="3588410"/>
            <a:ext cx="56159" cy="7856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73167" y="3575609"/>
            <a:ext cx="56159" cy="7846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222977" y="3562807"/>
            <a:ext cx="56159" cy="783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272786" y="3550006"/>
            <a:ext cx="56159" cy="7824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2595" y="3537204"/>
            <a:ext cx="56159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372405" y="3524402"/>
            <a:ext cx="56159" cy="7803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422214" y="3511601"/>
            <a:ext cx="56159" cy="7792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472024" y="3498799"/>
            <a:ext cx="56159" cy="778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521833" y="3485998"/>
            <a:ext cx="56159" cy="7771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5571642" y="3473196"/>
            <a:ext cx="56159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621452" y="3460394"/>
            <a:ext cx="56159" cy="7750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671261" y="3447593"/>
            <a:ext cx="56159" cy="7739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21071" y="3434791"/>
            <a:ext cx="56159" cy="7728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770880" y="3421990"/>
            <a:ext cx="56159" cy="7718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820689" y="3409188"/>
            <a:ext cx="56159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870499" y="3396386"/>
            <a:ext cx="56159" cy="769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920308" y="3383585"/>
            <a:ext cx="56159" cy="768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70118" y="3370250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19927" y="335638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69736" y="3342513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9546" y="3328645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69355" y="3314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19165" y="3300908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268974" y="3287039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18783" y="3273171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68593" y="3259303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18402" y="3245434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8212" y="3231566"/>
            <a:ext cx="56159" cy="7456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518021" y="3217697"/>
            <a:ext cx="56159" cy="7435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67830" y="3203829"/>
            <a:ext cx="56159" cy="7414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617640" y="3189961"/>
            <a:ext cx="56159" cy="7392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667449" y="3176092"/>
            <a:ext cx="56159" cy="7371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717259" y="3162224"/>
            <a:ext cx="56159" cy="7350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767068" y="3148355"/>
            <a:ext cx="56159" cy="7328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16877" y="3134487"/>
            <a:ext cx="56159" cy="7307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866687" y="3120619"/>
            <a:ext cx="56159" cy="7286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916496" y="3106750"/>
            <a:ext cx="56159" cy="726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966306" y="3094482"/>
            <a:ext cx="56159" cy="723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016115" y="3083814"/>
            <a:ext cx="56159" cy="7190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065924" y="3073146"/>
            <a:ext cx="56159" cy="7147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115734" y="3062478"/>
            <a:ext cx="56159" cy="7104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165543" y="3051810"/>
            <a:ext cx="56159" cy="7062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215353" y="3041142"/>
            <a:ext cx="56159" cy="7019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7265162" y="3030474"/>
            <a:ext cx="56159" cy="6976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7314971" y="3019806"/>
            <a:ext cx="56159" cy="693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7364781" y="3009138"/>
            <a:ext cx="56159" cy="6891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414590" y="2998470"/>
            <a:ext cx="56159" cy="6848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464400" y="2987802"/>
            <a:ext cx="56159" cy="6806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514209" y="2977134"/>
            <a:ext cx="56159" cy="6763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564018" y="2966466"/>
            <a:ext cx="56159" cy="6720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613828" y="2955798"/>
            <a:ext cx="56159" cy="667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663637" y="2945130"/>
            <a:ext cx="56159" cy="663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713447" y="2934462"/>
            <a:ext cx="56159" cy="6592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763256" y="2923794"/>
            <a:ext cx="56159" cy="6550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813065" y="2913126"/>
            <a:ext cx="56159" cy="6507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862875" y="2902458"/>
            <a:ext cx="56159" cy="6464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912684" y="2891790"/>
            <a:ext cx="56159" cy="6422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8914" y="3528822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141" y="247280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4011361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36604" y="2833624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47565" y="3147597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0561" y="1964825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54565" y="4898839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23360" y="4435602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58382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72323" y="2978031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028721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4716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12251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119785" y="22769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702080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30116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4535" y="50927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7523" y="37380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0510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3498" y="29252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56485" y="23833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6135" y="50482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9123" y="36935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2110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15098" y="28807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58085" y="2338917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08597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565623" y="1879600"/>
            <a:ext cx="347662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5616423" y="19050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208597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5306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565623" y="3505200"/>
            <a:ext cx="347662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5616423" y="35306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65623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663665" y="1857925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60919" y="2701617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607" y="3007613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6998" y="3850779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19380" y="4699599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4281" y="20679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9752" y="28807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51313" y="31517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34973" y="39645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65316" y="4777317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100253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973930" y="4145280"/>
            <a:ext cx="100253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970118" y="3825240"/>
            <a:ext cx="100253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66306" y="3526536"/>
            <a:ext cx="100253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77742" y="3633216"/>
            <a:ext cx="100253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Shape 18"/>
          <p:cNvSpPr/>
          <p:nvPr/>
        </p:nvSpPr>
        <p:spPr>
          <a:xfrm>
            <a:off x="4973930" y="3377184"/>
            <a:ext cx="100253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" name="Shape 19"/>
          <p:cNvSpPr/>
          <p:nvPr/>
        </p:nvSpPr>
        <p:spPr>
          <a:xfrm>
            <a:off x="5970118" y="3099816"/>
            <a:ext cx="100253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Shape 20"/>
          <p:cNvSpPr/>
          <p:nvPr/>
        </p:nvSpPr>
        <p:spPr>
          <a:xfrm>
            <a:off x="6966306" y="2886456"/>
            <a:ext cx="100253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81147"/>
            <a:ext cx="56092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27323" y="3129153"/>
            <a:ext cx="56092" cy="744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77064" y="3177159"/>
            <a:ext cx="56092" cy="728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26806" y="3225165"/>
            <a:ext cx="56092" cy="712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76548" y="3273171"/>
            <a:ext cx="56092" cy="696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126289" y="3321177"/>
            <a:ext cx="56092" cy="6800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76031" y="3369183"/>
            <a:ext cx="56092" cy="664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225773" y="3417189"/>
            <a:ext cx="56092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75514" y="3465195"/>
            <a:ext cx="56092" cy="632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5256" y="3513201"/>
            <a:ext cx="56092" cy="616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74998" y="3561207"/>
            <a:ext cx="56092" cy="600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424739" y="3609213"/>
            <a:ext cx="56092" cy="584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74481" y="3657219"/>
            <a:ext cx="56092" cy="5680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524223" y="3705225"/>
            <a:ext cx="56092" cy="552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3964" y="3753231"/>
            <a:ext cx="56092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3706" y="3801237"/>
            <a:ext cx="56092" cy="520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73448" y="3825240"/>
            <a:ext cx="56092" cy="526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723189" y="3825240"/>
            <a:ext cx="56092" cy="554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72931" y="3825240"/>
            <a:ext cx="56092" cy="582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22673" y="3825240"/>
            <a:ext cx="56092" cy="61007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72414" y="3825240"/>
            <a:ext cx="56092" cy="638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2156" y="3825240"/>
            <a:ext cx="56092" cy="666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71898" y="3825240"/>
            <a:ext cx="56092" cy="694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021639" y="3825240"/>
            <a:ext cx="56092" cy="722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71381" y="3825240"/>
            <a:ext cx="56092" cy="750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121123" y="3825240"/>
            <a:ext cx="56092" cy="7780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70864" y="3825240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220606" y="3825240"/>
            <a:ext cx="56092" cy="834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270348" y="3825240"/>
            <a:ext cx="56092" cy="8621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20089" y="3825240"/>
            <a:ext cx="56092" cy="8901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369831" y="3825240"/>
            <a:ext cx="56092" cy="918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19573" y="3825240"/>
            <a:ext cx="56092" cy="9461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469314" y="3817239"/>
            <a:ext cx="56092" cy="938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19056" y="3801237"/>
            <a:ext cx="56092" cy="8941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68798" y="3785235"/>
            <a:ext cx="56092" cy="8501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18539" y="3769233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68281" y="3753231"/>
            <a:ext cx="56092" cy="762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18023" y="3737229"/>
            <a:ext cx="56092" cy="718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7764" y="3721227"/>
            <a:ext cx="56092" cy="674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17506" y="3705225"/>
            <a:ext cx="56092" cy="630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67248" y="3689223"/>
            <a:ext cx="56092" cy="586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16989" y="3673221"/>
            <a:ext cx="56092" cy="542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66731" y="3657219"/>
            <a:ext cx="56092" cy="498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016473" y="3641217"/>
            <a:ext cx="56092" cy="454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66214" y="3625215"/>
            <a:ext cx="56092" cy="4100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115956" y="3609213"/>
            <a:ext cx="56092" cy="3660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165698" y="3593211"/>
            <a:ext cx="56092" cy="3220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215439" y="3577209"/>
            <a:ext cx="56092" cy="278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265181" y="3541205"/>
            <a:ext cx="56092" cy="284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314923" y="3485198"/>
            <a:ext cx="56092" cy="3400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364664" y="3429191"/>
            <a:ext cx="56092" cy="3960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414406" y="3373184"/>
            <a:ext cx="56092" cy="452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464148" y="3317177"/>
            <a:ext cx="56092" cy="5080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3889" y="3261170"/>
            <a:ext cx="56092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63631" y="3205163"/>
            <a:ext cx="56092" cy="620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613373" y="3149156"/>
            <a:ext cx="56092" cy="676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663114" y="3093149"/>
            <a:ext cx="56092" cy="732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712856" y="3037142"/>
            <a:ext cx="56092" cy="788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598" y="2981135"/>
            <a:ext cx="56092" cy="8441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12339" y="2925128"/>
            <a:ext cx="56092" cy="900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862081" y="2869121"/>
            <a:ext cx="56092" cy="9561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911823" y="2813114"/>
            <a:ext cx="56092" cy="10121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961564" y="2757107"/>
            <a:ext cx="56092" cy="1068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011306" y="2701100"/>
            <a:ext cx="56092" cy="1124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061048" y="2657094"/>
            <a:ext cx="56092" cy="11681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110789" y="2625090"/>
            <a:ext cx="56092" cy="12001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160531" y="2593086"/>
            <a:ext cx="56092" cy="12321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210273" y="2561082"/>
            <a:ext cx="56092" cy="1264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260014" y="2529078"/>
            <a:ext cx="56092" cy="12961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309756" y="2497074"/>
            <a:ext cx="56092" cy="13281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359498" y="2465070"/>
            <a:ext cx="56092" cy="13601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409239" y="2433066"/>
            <a:ext cx="56092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458981" y="2401062"/>
            <a:ext cx="56092" cy="1424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508723" y="2369058"/>
            <a:ext cx="56092" cy="1456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558464" y="2337054"/>
            <a:ext cx="56092" cy="1488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608206" y="2305050"/>
            <a:ext cx="56092" cy="1520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657948" y="2273046"/>
            <a:ext cx="56092" cy="15521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707689" y="2241042"/>
            <a:ext cx="56092" cy="1584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757431" y="2209038"/>
            <a:ext cx="56092" cy="16162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807173" y="2177034"/>
            <a:ext cx="56092" cy="16482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4805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3916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8303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741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1800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091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5298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440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4480560"/>
            <a:ext cx="1112520" cy="26009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6180000">
            <a:off x="3935641" y="454824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592168" y="3830320"/>
            <a:ext cx="695325" cy="91033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220000">
            <a:off x="4858194" y="4275059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6" name="Shape 24"/>
          <p:cNvSpPr/>
          <p:nvPr/>
        </p:nvSpPr>
        <p:spPr>
          <a:xfrm>
            <a:off x="5287493" y="3830320"/>
            <a:ext cx="1668780" cy="13004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640000">
            <a:off x="6020436" y="384059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6956273" y="2854960"/>
            <a:ext cx="973455" cy="110540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60000">
            <a:off x="7358627" y="339498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7929728" y="2009648"/>
            <a:ext cx="1112520" cy="845312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3180000">
            <a:off x="8394739" y="24122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2" name="Shape 30"/>
          <p:cNvSpPr/>
          <p:nvPr/>
        </p:nvSpPr>
        <p:spPr>
          <a:xfrm>
            <a:off x="3441548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068" y="470255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49393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18173" y="392226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91628" y="28168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04148" y="19715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43148" y="43980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55668" y="46581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50993" y="37477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19773" y="387781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3228" y="27724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679028" y="192709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4" name="Shape 22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8" name="Shape 26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31" name="Shape 29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2" name="Shape 30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3" name="Shape 31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4" name="Shape 32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5" name="Shape 33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8" name="Shape 36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9" name="Shape 37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40" name="Shape 38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41" name="Shape 39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3" name="Shape 41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4" name="Shape 42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6" name="Text 44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412023"/>
            <a:ext cx="281022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59306"/>
            <a:ext cx="288792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506589"/>
            <a:ext cx="296562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553872"/>
            <a:ext cx="304332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601155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648438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695722"/>
            <a:ext cx="327643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743005"/>
            <a:ext cx="335413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790288"/>
            <a:ext cx="343183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837571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884854"/>
            <a:ext cx="35872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932137"/>
            <a:ext cx="36649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979420"/>
            <a:ext cx="36390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3026703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3073986"/>
            <a:ext cx="338003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3121269"/>
            <a:ext cx="325053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3168552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3215835"/>
            <a:ext cx="29915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3263118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3310402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3357685"/>
            <a:ext cx="260301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3404968"/>
            <a:ext cx="247351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3452251"/>
            <a:ext cx="234401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3499534"/>
            <a:ext cx="22145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546817"/>
            <a:ext cx="208500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594100"/>
            <a:ext cx="20668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641383"/>
            <a:ext cx="21601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688666"/>
            <a:ext cx="225335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735949"/>
            <a:ext cx="234660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783232"/>
            <a:ext cx="24398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830515"/>
            <a:ext cx="253308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877798"/>
            <a:ext cx="26263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925082"/>
            <a:ext cx="271957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972365"/>
            <a:ext cx="281281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4019648"/>
            <a:ext cx="290605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4066931"/>
            <a:ext cx="299929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4114214"/>
            <a:ext cx="309254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4161497"/>
            <a:ext cx="31857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4208780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4256063"/>
            <a:ext cx="313139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4303346"/>
            <a:ext cx="306405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4350629"/>
            <a:ext cx="29967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4397912"/>
            <a:ext cx="292936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4445195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4492478"/>
            <a:ext cx="27946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4539762"/>
            <a:ext cx="27273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4587045"/>
            <a:ext cx="265999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4634328"/>
            <a:ext cx="259265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4681611"/>
            <a:ext cx="25253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4728894"/>
            <a:ext cx="24579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4776177"/>
            <a:ext cx="2390632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362029" y="2364740"/>
            <a:ext cx="16705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6439731" y="2412023"/>
            <a:ext cx="16446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6517433" y="2459306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6595135" y="2506589"/>
            <a:ext cx="15928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6672837" y="2553872"/>
            <a:ext cx="15669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0539" y="2601155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6828241" y="2648438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6905943" y="2695722"/>
            <a:ext cx="14892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6983645" y="2743005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7061347" y="2790288"/>
            <a:ext cx="14374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7139049" y="2837571"/>
            <a:ext cx="14115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7216751" y="2884854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9" name="Shape 87"/>
          <p:cNvSpPr/>
          <p:nvPr/>
        </p:nvSpPr>
        <p:spPr>
          <a:xfrm>
            <a:off x="7294453" y="2932137"/>
            <a:ext cx="135978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0" name="Shape 88"/>
          <p:cNvSpPr/>
          <p:nvPr/>
        </p:nvSpPr>
        <p:spPr>
          <a:xfrm>
            <a:off x="7268552" y="2979420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9049" y="3026703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2" name="Shape 90"/>
          <p:cNvSpPr/>
          <p:nvPr/>
        </p:nvSpPr>
        <p:spPr>
          <a:xfrm>
            <a:off x="7009545" y="3073986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3" name="Shape 91"/>
          <p:cNvSpPr/>
          <p:nvPr/>
        </p:nvSpPr>
        <p:spPr>
          <a:xfrm>
            <a:off x="6880042" y="3121269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4" name="Shape 92"/>
          <p:cNvSpPr/>
          <p:nvPr/>
        </p:nvSpPr>
        <p:spPr>
          <a:xfrm>
            <a:off x="6750539" y="3168552"/>
            <a:ext cx="169649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5" name="Shape 93"/>
          <p:cNvSpPr/>
          <p:nvPr/>
        </p:nvSpPr>
        <p:spPr>
          <a:xfrm>
            <a:off x="6621035" y="3215835"/>
            <a:ext cx="177419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6491532" y="3263118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6362029" y="3310402"/>
            <a:ext cx="192960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6232525" y="3357685"/>
            <a:ext cx="200730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6103022" y="3404968"/>
            <a:ext cx="208500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5973519" y="3452251"/>
            <a:ext cx="216270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44015" y="3499534"/>
            <a:ext cx="224040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14512" y="3546817"/>
            <a:ext cx="231811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696381" y="3594100"/>
            <a:ext cx="23232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789624" y="3641383"/>
            <a:ext cx="225594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882866" y="3688666"/>
            <a:ext cx="218860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976109" y="3735949"/>
            <a:ext cx="212126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069351" y="3783232"/>
            <a:ext cx="205392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162593" y="3830515"/>
            <a:ext cx="198658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255836" y="3877798"/>
            <a:ext cx="191924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349078" y="3925082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442321" y="3972365"/>
            <a:ext cx="178455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35563" y="4019648"/>
            <a:ext cx="171721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28806" y="4066931"/>
            <a:ext cx="164987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22048" y="4114214"/>
            <a:ext cx="158253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815290" y="4161497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828241" y="4208780"/>
            <a:ext cx="150223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760899" y="4256063"/>
            <a:ext cx="154368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693557" y="4303346"/>
            <a:ext cx="158512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626215" y="4350629"/>
            <a:ext cx="162656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558874" y="4397912"/>
            <a:ext cx="166800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491532" y="4445195"/>
            <a:ext cx="170944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424190" y="4492478"/>
            <a:ext cx="17508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6848" y="4539762"/>
            <a:ext cx="179232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289507" y="4587045"/>
            <a:ext cx="183376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222165" y="4634328"/>
            <a:ext cx="187520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154823" y="4681611"/>
            <a:ext cx="191665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087481" y="4728894"/>
            <a:ext cx="19580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020140" y="4776177"/>
            <a:ext cx="1999532" cy="53633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prstGeom prst="pie">
            <a:avLst>
              <a:gd name="adj1" fmla="val 16200000"/>
              <a:gd name="adj2" fmla="val 43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prstGeom prst="pie">
            <a:avLst>
              <a:gd name="adj1" fmla="val 4320000"/>
              <a:gd name="adj2" fmla="val 1080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prstGeom prst="pie">
            <a:avLst>
              <a:gd name="adj1" fmla="val 10800000"/>
              <a:gd name="adj2" fmla="val 14688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prstGeom prst="pie">
            <a:avLst>
              <a:gd name="adj1" fmla="val 14688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4482"/>
            <a:ext cx="54906" cy="867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53367" y="4355846"/>
            <a:ext cx="54906" cy="8765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401924" y="4347210"/>
            <a:ext cx="54906" cy="885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0480" y="4338574"/>
            <a:ext cx="54906" cy="8938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99036" y="4329938"/>
            <a:ext cx="54906" cy="902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47593" y="4321302"/>
            <a:ext cx="54906" cy="911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96149" y="4312666"/>
            <a:ext cx="54906" cy="919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44705" y="4304030"/>
            <a:ext cx="54906" cy="9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93262" y="4295394"/>
            <a:ext cx="54906" cy="9370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1818" y="4286758"/>
            <a:ext cx="54906" cy="9456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90374" y="4278122"/>
            <a:ext cx="54906" cy="954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38931" y="4269486"/>
            <a:ext cx="54906" cy="9629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887487" y="4260850"/>
            <a:ext cx="54906" cy="971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36043" y="4252214"/>
            <a:ext cx="54906" cy="980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84600" y="4243578"/>
            <a:ext cx="54906" cy="988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33156" y="4234942"/>
            <a:ext cx="54906" cy="997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81712" y="4226306"/>
            <a:ext cx="54906" cy="1006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30269" y="4217670"/>
            <a:ext cx="54906" cy="1014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78825" y="4209034"/>
            <a:ext cx="54906" cy="10233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27381" y="4200398"/>
            <a:ext cx="54906" cy="1032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275938" y="4191762"/>
            <a:ext cx="54906" cy="10406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24494" y="4183126"/>
            <a:ext cx="54906" cy="10492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373050" y="4174490"/>
            <a:ext cx="54906" cy="10579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21607" y="4165854"/>
            <a:ext cx="54906" cy="10665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470163" y="4157218"/>
            <a:ext cx="54906" cy="1075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18719" y="4148582"/>
            <a:ext cx="54906" cy="1083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7276" y="4139946"/>
            <a:ext cx="54906" cy="10924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5832" y="4131310"/>
            <a:ext cx="54906" cy="1101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664388" y="4122674"/>
            <a:ext cx="54906" cy="1109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12945" y="4114038"/>
            <a:ext cx="54906" cy="1118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761501" y="4105402"/>
            <a:ext cx="54906" cy="11269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10057" y="4096766"/>
            <a:ext cx="54906" cy="1135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858614" y="4088130"/>
            <a:ext cx="54906" cy="11442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07170" y="4079494"/>
            <a:ext cx="54906" cy="11529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955726" y="4070858"/>
            <a:ext cx="54906" cy="1161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04283" y="4062222"/>
            <a:ext cx="54906" cy="1170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052839" y="4053586"/>
            <a:ext cx="54906" cy="1178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01395" y="4044950"/>
            <a:ext cx="54906" cy="11874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149952" y="4036314"/>
            <a:ext cx="54906" cy="1196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198508" y="4027678"/>
            <a:ext cx="54906" cy="1204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247064" y="4021201"/>
            <a:ext cx="54906" cy="12111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295621" y="4016883"/>
            <a:ext cx="54906" cy="12155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344177" y="4012565"/>
            <a:ext cx="54906" cy="1219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2733" y="4008247"/>
            <a:ext cx="54906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441290" y="4003929"/>
            <a:ext cx="54906" cy="12284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9846" y="3999611"/>
            <a:ext cx="54906" cy="12327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538402" y="3995293"/>
            <a:ext cx="54906" cy="1237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586959" y="3990975"/>
            <a:ext cx="54906" cy="12414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635515" y="3986657"/>
            <a:ext cx="54906" cy="1245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684071" y="3982339"/>
            <a:ext cx="54906" cy="12500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732628" y="3978021"/>
            <a:ext cx="54906" cy="1254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1184" y="3973703"/>
            <a:ext cx="54906" cy="12586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29740" y="3969385"/>
            <a:ext cx="54906" cy="12630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878297" y="3965067"/>
            <a:ext cx="54906" cy="12673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26853" y="3960749"/>
            <a:ext cx="54906" cy="12716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975409" y="3956431"/>
            <a:ext cx="54906" cy="12759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23966" y="3952113"/>
            <a:ext cx="54906" cy="1280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72522" y="3947795"/>
            <a:ext cx="54906" cy="12846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21078" y="3943477"/>
            <a:ext cx="54906" cy="12889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69635" y="3939159"/>
            <a:ext cx="54906" cy="12932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8191" y="3931602"/>
            <a:ext cx="54906" cy="1300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6747" y="3920808"/>
            <a:ext cx="54906" cy="13115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15304" y="3910012"/>
            <a:ext cx="54906" cy="13223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63860" y="3899218"/>
            <a:ext cx="54906" cy="133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412416" y="3888423"/>
            <a:ext cx="54906" cy="13439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60973" y="3877627"/>
            <a:ext cx="54906" cy="1354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09529" y="3866832"/>
            <a:ext cx="54906" cy="13655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58085" y="3856038"/>
            <a:ext cx="54906" cy="13763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606642" y="3845243"/>
            <a:ext cx="54906" cy="1387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655198" y="3834447"/>
            <a:ext cx="54906" cy="139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703754" y="3823652"/>
            <a:ext cx="54906" cy="1408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752311" y="3812858"/>
            <a:ext cx="54906" cy="1419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800867" y="3802062"/>
            <a:ext cx="54906" cy="14303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849423" y="3791268"/>
            <a:ext cx="54906" cy="1441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97980" y="3780473"/>
            <a:ext cx="54906" cy="14519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946536" y="3769678"/>
            <a:ext cx="54906" cy="1462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995092" y="3758882"/>
            <a:ext cx="54906" cy="14735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043649" y="3748087"/>
            <a:ext cx="54906" cy="14843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092205" y="3737293"/>
            <a:ext cx="54906" cy="1495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140761" y="3726497"/>
            <a:ext cx="54906" cy="150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189318" y="3715702"/>
            <a:ext cx="54906" cy="15166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237874" y="3704908"/>
            <a:ext cx="54906" cy="1527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286430" y="3694113"/>
            <a:ext cx="54906" cy="1538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334987" y="3683317"/>
            <a:ext cx="54906" cy="1549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383543" y="3672523"/>
            <a:ext cx="54906" cy="1559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432099" y="3661728"/>
            <a:ext cx="54906" cy="15706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480656" y="3650932"/>
            <a:ext cx="54906" cy="1581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529212" y="3640138"/>
            <a:ext cx="54906" cy="15922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577768" y="3629343"/>
            <a:ext cx="54906" cy="1603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626325" y="3618548"/>
            <a:ext cx="54906" cy="161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674881" y="3607752"/>
            <a:ext cx="54906" cy="16246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723437" y="3596957"/>
            <a:ext cx="54906" cy="1635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771994" y="3586162"/>
            <a:ext cx="54906" cy="16462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820550" y="3575368"/>
            <a:ext cx="54906" cy="16570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869106" y="3564573"/>
            <a:ext cx="54906" cy="1667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917663" y="3553778"/>
            <a:ext cx="54906" cy="16786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966219" y="3542982"/>
            <a:ext cx="54906" cy="1689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014775" y="3532187"/>
            <a:ext cx="54906" cy="17002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63332" y="3521393"/>
            <a:ext cx="54906" cy="17110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11888" y="3510598"/>
            <a:ext cx="54906" cy="1721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04811" y="3717862"/>
            <a:ext cx="54906" cy="6466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53367" y="3711385"/>
            <a:ext cx="54906" cy="6444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401924" y="3704908"/>
            <a:ext cx="54906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450480" y="3698430"/>
            <a:ext cx="54906" cy="640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99036" y="3691954"/>
            <a:ext cx="54906" cy="6379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47593" y="3685477"/>
            <a:ext cx="54906" cy="6358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596149" y="3678999"/>
            <a:ext cx="54906" cy="6336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44705" y="3672523"/>
            <a:ext cx="54906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93262" y="3666046"/>
            <a:ext cx="54906" cy="629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741818" y="3659568"/>
            <a:ext cx="54906" cy="6271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790374" y="3653092"/>
            <a:ext cx="54906" cy="6250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838931" y="3646615"/>
            <a:ext cx="54906" cy="622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87487" y="3640138"/>
            <a:ext cx="54906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936043" y="3633660"/>
            <a:ext cx="54906" cy="6185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984600" y="3627184"/>
            <a:ext cx="54906" cy="6163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033156" y="3620706"/>
            <a:ext cx="54906" cy="61423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081712" y="3614230"/>
            <a:ext cx="54906" cy="6120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130269" y="3607753"/>
            <a:ext cx="54906" cy="6099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178825" y="3601276"/>
            <a:ext cx="54906" cy="607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227381" y="3594798"/>
            <a:ext cx="54906" cy="605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275938" y="3585083"/>
            <a:ext cx="54906" cy="606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324494" y="3572129"/>
            <a:ext cx="54906" cy="610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373050" y="3559175"/>
            <a:ext cx="54906" cy="615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421607" y="3546221"/>
            <a:ext cx="54906" cy="619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470163" y="3533267"/>
            <a:ext cx="54906" cy="623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518719" y="3520313"/>
            <a:ext cx="54906" cy="628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567276" y="3507359"/>
            <a:ext cx="54906" cy="632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615832" y="3494405"/>
            <a:ext cx="54906" cy="6369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664388" y="3481451"/>
            <a:ext cx="54906" cy="6412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12945" y="3468497"/>
            <a:ext cx="54906" cy="645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761501" y="3455543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810057" y="3442589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858614" y="3429635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07170" y="3416681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955726" y="3403727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004283" y="3390773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052839" y="3377819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101395" y="3364865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149952" y="3351911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198508" y="333895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247064" y="3331400"/>
            <a:ext cx="54906" cy="6898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295621" y="3329241"/>
            <a:ext cx="54906" cy="687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344177" y="3327082"/>
            <a:ext cx="54906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392733" y="3324923"/>
            <a:ext cx="54906" cy="6833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441290" y="3322765"/>
            <a:ext cx="54906" cy="6811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489846" y="3320605"/>
            <a:ext cx="54906" cy="6790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538402" y="3318446"/>
            <a:ext cx="54906" cy="6768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586959" y="3316287"/>
            <a:ext cx="54906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635515" y="3314128"/>
            <a:ext cx="54906" cy="6725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684071" y="3311970"/>
            <a:ext cx="54906" cy="6703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732628" y="3309810"/>
            <a:ext cx="54906" cy="6682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81184" y="3307652"/>
            <a:ext cx="54906" cy="6660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829740" y="3305492"/>
            <a:ext cx="54906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878297" y="3303333"/>
            <a:ext cx="54906" cy="6617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926853" y="3301174"/>
            <a:ext cx="54906" cy="6595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75409" y="3299016"/>
            <a:ext cx="54906" cy="6574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23966" y="3296857"/>
            <a:ext cx="54906" cy="6552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072522" y="3294698"/>
            <a:ext cx="54906" cy="653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21078" y="3292538"/>
            <a:ext cx="54906" cy="6509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169635" y="3290380"/>
            <a:ext cx="54906" cy="6487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218191" y="3281744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266747" y="3266631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315304" y="3251518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363860" y="3236404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12416" y="3221292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60973" y="3206179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509529" y="3191065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558085" y="3175952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6642" y="3160839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55198" y="314572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3754" y="3130614"/>
            <a:ext cx="54906" cy="6930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52311" y="3115500"/>
            <a:ext cx="54906" cy="697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00867" y="3100388"/>
            <a:ext cx="54906" cy="7016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849423" y="3085274"/>
            <a:ext cx="54906" cy="705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897980" y="3070162"/>
            <a:ext cx="54906" cy="710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946536" y="3055049"/>
            <a:ext cx="54906" cy="714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995092" y="3039935"/>
            <a:ext cx="54906" cy="718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43649" y="3024822"/>
            <a:ext cx="54906" cy="7232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092205" y="3009709"/>
            <a:ext cx="54906" cy="727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40761" y="2994596"/>
            <a:ext cx="54906" cy="731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189318" y="2980563"/>
            <a:ext cx="54906" cy="7351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37874" y="2967609"/>
            <a:ext cx="54906" cy="7372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86430" y="2954655"/>
            <a:ext cx="54906" cy="7394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4987" y="2941701"/>
            <a:ext cx="54906" cy="7416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3543" y="2928747"/>
            <a:ext cx="54906" cy="7437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32099" y="2915793"/>
            <a:ext cx="54906" cy="74593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80656" y="2902839"/>
            <a:ext cx="54906" cy="748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29212" y="2889885"/>
            <a:ext cx="54906" cy="7502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77768" y="2876931"/>
            <a:ext cx="54906" cy="7524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626325" y="2863977"/>
            <a:ext cx="54906" cy="7545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74881" y="2851023"/>
            <a:ext cx="54906" cy="7567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723437" y="2838069"/>
            <a:ext cx="54906" cy="7588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71994" y="2825115"/>
            <a:ext cx="54906" cy="7610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820550" y="2812161"/>
            <a:ext cx="54906" cy="763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869106" y="2799207"/>
            <a:ext cx="54906" cy="7653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917663" y="2786253"/>
            <a:ext cx="54906" cy="7675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966219" y="2773299"/>
            <a:ext cx="54906" cy="7696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014775" y="2760345"/>
            <a:ext cx="54906" cy="7718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063332" y="2747391"/>
            <a:ext cx="54906" cy="774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8111888" y="2734437"/>
            <a:ext cx="54906" cy="7761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304811" y="3284982"/>
            <a:ext cx="54906" cy="432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353367" y="3276346"/>
            <a:ext cx="54906" cy="435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401924" y="3267710"/>
            <a:ext cx="54906" cy="4371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50480" y="3259074"/>
            <a:ext cx="54906" cy="4393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499036" y="3250438"/>
            <a:ext cx="54906" cy="44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547593" y="3241802"/>
            <a:ext cx="54906" cy="443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596149" y="3233166"/>
            <a:ext cx="54906" cy="445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644705" y="3224530"/>
            <a:ext cx="54906" cy="4479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3693262" y="3215894"/>
            <a:ext cx="54906" cy="4501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3741818" y="3207258"/>
            <a:ext cx="54906" cy="452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3790374" y="3198622"/>
            <a:ext cx="54906" cy="454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838931" y="3189986"/>
            <a:ext cx="54906" cy="456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3887487" y="3181350"/>
            <a:ext cx="54906" cy="4587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3936043" y="3172714"/>
            <a:ext cx="54906" cy="4609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3984600" y="3164078"/>
            <a:ext cx="54906" cy="463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4033156" y="3155442"/>
            <a:ext cx="54906" cy="465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4081712" y="3146806"/>
            <a:ext cx="54906" cy="467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4130269" y="3138170"/>
            <a:ext cx="54906" cy="4695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4178825" y="3129534"/>
            <a:ext cx="54906" cy="4717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8" name="Shape 226"/>
          <p:cNvSpPr/>
          <p:nvPr/>
        </p:nvSpPr>
        <p:spPr>
          <a:xfrm>
            <a:off x="4227381" y="3120898"/>
            <a:ext cx="54906" cy="473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9" name="Shape 227"/>
          <p:cNvSpPr/>
          <p:nvPr/>
        </p:nvSpPr>
        <p:spPr>
          <a:xfrm>
            <a:off x="4275938" y="3109023"/>
            <a:ext cx="54906" cy="4760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0" name="Shape 228"/>
          <p:cNvSpPr/>
          <p:nvPr/>
        </p:nvSpPr>
        <p:spPr>
          <a:xfrm>
            <a:off x="4324494" y="3093910"/>
            <a:ext cx="54906" cy="4782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1" name="Shape 229"/>
          <p:cNvSpPr/>
          <p:nvPr/>
        </p:nvSpPr>
        <p:spPr>
          <a:xfrm>
            <a:off x="4373050" y="3078798"/>
            <a:ext cx="54906" cy="4803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2" name="Shape 230"/>
          <p:cNvSpPr/>
          <p:nvPr/>
        </p:nvSpPr>
        <p:spPr>
          <a:xfrm>
            <a:off x="4421607" y="3063684"/>
            <a:ext cx="54906" cy="4825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3" name="Shape 231"/>
          <p:cNvSpPr/>
          <p:nvPr/>
        </p:nvSpPr>
        <p:spPr>
          <a:xfrm>
            <a:off x="4470163" y="3048571"/>
            <a:ext cx="54906" cy="4846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4518719" y="3033458"/>
            <a:ext cx="54906" cy="4868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4567276" y="3018345"/>
            <a:ext cx="54906" cy="4890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4615832" y="3003233"/>
            <a:ext cx="54906" cy="4911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4664388" y="2988119"/>
            <a:ext cx="54906" cy="4933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4712945" y="2973007"/>
            <a:ext cx="54906" cy="495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4761501" y="2957893"/>
            <a:ext cx="54906" cy="4976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4810057" y="2942781"/>
            <a:ext cx="54906" cy="49980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4858614" y="2927668"/>
            <a:ext cx="54906" cy="5019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4907170" y="2912555"/>
            <a:ext cx="54906" cy="5041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955726" y="2897442"/>
            <a:ext cx="54906" cy="506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004283" y="2882329"/>
            <a:ext cx="54906" cy="5084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52839" y="2867216"/>
            <a:ext cx="54906" cy="5106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101395" y="2852102"/>
            <a:ext cx="54906" cy="5127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149952" y="2836990"/>
            <a:ext cx="54906" cy="5149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198508" y="2821877"/>
            <a:ext cx="54906" cy="517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247064" y="2811082"/>
            <a:ext cx="54906" cy="520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295621" y="2804605"/>
            <a:ext cx="54906" cy="524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344177" y="2798128"/>
            <a:ext cx="54906" cy="5289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5392733" y="2791651"/>
            <a:ext cx="54906" cy="533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5441290" y="2785174"/>
            <a:ext cx="54906" cy="5375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5489846" y="2778697"/>
            <a:ext cx="54906" cy="541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538402" y="2772220"/>
            <a:ext cx="54906" cy="546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586959" y="2765743"/>
            <a:ext cx="54906" cy="55054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635515" y="2759266"/>
            <a:ext cx="54906" cy="554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684071" y="2752788"/>
            <a:ext cx="54906" cy="5591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32628" y="2746312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1184" y="2739835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29740" y="2733357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878297" y="2726880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5926853" y="2720404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975409" y="2713926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023966" y="2707449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072522" y="2700972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1078" y="2694495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169635" y="2688018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218191" y="2678303"/>
            <a:ext cx="54906" cy="6034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266747" y="2665349"/>
            <a:ext cx="54906" cy="6012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315304" y="2652395"/>
            <a:ext cx="54906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363860" y="2639441"/>
            <a:ext cx="54906" cy="5969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412416" y="2626487"/>
            <a:ext cx="54906" cy="5948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460973" y="2613533"/>
            <a:ext cx="54906" cy="5926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509529" y="2600579"/>
            <a:ext cx="54906" cy="5904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558085" y="2587625"/>
            <a:ext cx="54906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606642" y="2574671"/>
            <a:ext cx="54906" cy="5861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655198" y="2561717"/>
            <a:ext cx="54906" cy="5840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703754" y="2548763"/>
            <a:ext cx="54906" cy="5818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752311" y="2535809"/>
            <a:ext cx="54906" cy="5796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800867" y="2522855"/>
            <a:ext cx="54906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849423" y="2509901"/>
            <a:ext cx="54906" cy="5753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897980" y="2496947"/>
            <a:ext cx="54906" cy="5732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946536" y="2483993"/>
            <a:ext cx="54906" cy="5710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995092" y="2471039"/>
            <a:ext cx="54906" cy="568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7043649" y="2458085"/>
            <a:ext cx="54906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92205" y="2445131"/>
            <a:ext cx="54906" cy="5645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140761" y="2432177"/>
            <a:ext cx="54906" cy="5624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189318" y="2417064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237874" y="2399792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286430" y="2382520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7334987" y="2365248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383543" y="2347976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432099" y="2330704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480656" y="2313432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529212" y="2296160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577768" y="2278888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626325" y="2261616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674881" y="2244344"/>
            <a:ext cx="54906" cy="606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7723437" y="2227072"/>
            <a:ext cx="54906" cy="6109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7771994" y="2209800"/>
            <a:ext cx="54906" cy="6153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820550" y="2192528"/>
            <a:ext cx="54906" cy="619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869106" y="2175256"/>
            <a:ext cx="54906" cy="623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917663" y="2157984"/>
            <a:ext cx="54906" cy="628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966219" y="2140712"/>
            <a:ext cx="54906" cy="6325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014775" y="2123440"/>
            <a:ext cx="54906" cy="6369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63332" y="2106168"/>
            <a:ext cx="54906" cy="641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111888" y="2088896"/>
            <a:ext cx="54906" cy="645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11" name="Text 30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12" name="Text 31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13" name="Text 31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4" name="Text 31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15" name="Text 31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16" name="Text 31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19" name="Shape 31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22" name="Shape 32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25" name="Shape 32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28" name="Shape 32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31" name="Shape 32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894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40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7211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632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9527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8638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8902548" y="487362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902548" y="4489450"/>
            <a:ext cx="368300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10527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3721100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336925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2952750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2568575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56278" y="51428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49673" y="47202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43068" y="42976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463" y="487394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79188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72583" y="502761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65978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08703" y="41824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02098" y="47586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95493" y="43360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38218" y="49123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1613" y="44897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25008" y="50660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7733" y="46434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61128" y="422084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54523" y="47971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248" y="43745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90643" y="49507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038" y="45281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26763" y="51044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158" y="46818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3553" y="42592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392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826348" y="395192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6422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16648" y="37214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69073" y="36061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21498" y="34909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73923" y="33756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348" y="32604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64223" y="31451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6648" y="302990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769073" y="29146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1498" y="27993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73923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26348" y="387508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64223" y="375983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16648" y="364458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69073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121498" y="34140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513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3624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9370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848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9083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819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393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305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714969" y="2021109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65837" y="431890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45888" y="1629240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88640" y="4622292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7115" y="3809573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903" y="2380110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93218" y="407357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72202" y="1838884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10858" y="43688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41928" y="41763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±3.0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013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3924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060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2971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16020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80256" y="3927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3080" y="4689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98138" y="41656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8960" y="32510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3902" y="3584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1078" y="291769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16726" y="34415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70140" y="2441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5082" y="2727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7906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17620" y="44069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81856" y="388302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24680" y="4645025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99738" y="41211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60212" y="32162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85154" y="3549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42330" y="2882900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80328" y="32607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81392" y="24066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06334" y="2692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42276" y="2171700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Tyrell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49158" y="23114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117</Slides>
  <Notes>117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117</vt:i4>
      </vt:variant>
    </vt:vector>
  </HeadingPairs>
  <TitlesOfParts>
    <vt:vector size="1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2026-07-18T05:37:03Z</dcterms:created>
  <dcterms:modified xsi:type="dcterms:W3CDTF">2026-07-18T05:37:03Z</dcterms:modified>
</cp:coreProperties>
</file>